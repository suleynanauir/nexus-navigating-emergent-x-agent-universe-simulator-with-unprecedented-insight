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6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60" r:id="rId5"/>
    <p:sldId id="257" r:id="rId6"/>
    <p:sldId id="258" r:id="rId7"/>
    <p:sldId id="259" r:id="rId8"/>
  </p:sldIdLst>
  <p:sldSz cx="12912725" cy="755967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1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7FF"/>
    <a:srgbClr val="FDF2EA"/>
    <a:srgbClr val="3B3DE4"/>
    <a:srgbClr val="5D9CEC"/>
    <a:srgbClr val="1B1D75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311"/>
        <p:guide pos="3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02603" y="1279525"/>
            <a:ext cx="5900444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614225" y="1458446"/>
            <a:ext cx="9685348" cy="241097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615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614225" y="3970921"/>
            <a:ext cx="9685348" cy="1825328"/>
          </a:xfrm>
        </p:spPr>
        <p:txBody>
          <a:bodyPr>
            <a:normAutofit/>
          </a:bodyPr>
          <a:lstStyle>
            <a:lvl1pPr marL="0" indent="0" algn="ctr"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046" y="284912"/>
            <a:ext cx="11138151" cy="1461313"/>
          </a:xfrm>
        </p:spPr>
        <p:txBody>
          <a:bodyPr anchor="ctr" anchorCtr="0">
            <a:normAutofit/>
          </a:bodyPr>
          <a:lstStyle>
            <a:lvl1pPr>
              <a:defRPr sz="485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6046" y="2012586"/>
            <a:ext cx="11138151" cy="4796957"/>
          </a:xfrm>
        </p:spPr>
        <p:txBody>
          <a:bodyPr>
            <a:normAutofit/>
          </a:bodyPr>
          <a:lstStyle>
            <a:lvl1pPr>
              <a:defRPr sz="30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2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97" y="517170"/>
            <a:ext cx="10918183" cy="4512545"/>
          </a:xfrm>
        </p:spPr>
        <p:txBody>
          <a:bodyPr anchor="b">
            <a:normAutofit/>
          </a:bodyPr>
          <a:lstStyle>
            <a:lvl1pPr>
              <a:defRPr sz="6615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1098" y="5082139"/>
            <a:ext cx="10918182" cy="713871"/>
          </a:xfrm>
        </p:spPr>
        <p:txBody>
          <a:bodyPr>
            <a:normAutofit/>
          </a:bodyPr>
          <a:lstStyle>
            <a:lvl1pPr marL="0" indent="0">
              <a:buNone/>
              <a:defRPr sz="2645">
                <a:solidFill>
                  <a:schemeClr val="tx1"/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046" y="284912"/>
            <a:ext cx="11138151" cy="1461313"/>
          </a:xfrm>
        </p:spPr>
        <p:txBody>
          <a:bodyPr>
            <a:normAutofit/>
          </a:bodyPr>
          <a:lstStyle>
            <a:lvl1pPr>
              <a:defRPr sz="485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6046" y="2012586"/>
            <a:ext cx="5488364" cy="4796957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0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2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35832" y="2012586"/>
            <a:ext cx="5488364" cy="4796957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08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2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98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9506" y="402517"/>
            <a:ext cx="11138151" cy="146131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9506" y="1923662"/>
            <a:ext cx="5463141" cy="908288"/>
          </a:xfrm>
        </p:spPr>
        <p:txBody>
          <a:bodyPr anchor="b">
            <a:normAutofit/>
          </a:bodyPr>
          <a:lstStyle>
            <a:lvl1pPr marL="0" indent="0">
              <a:buNone/>
              <a:defRPr sz="308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89506" y="2883472"/>
            <a:ext cx="5463141" cy="39400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7610" y="1923662"/>
            <a:ext cx="5490046" cy="908288"/>
          </a:xfrm>
        </p:spPr>
        <p:txBody>
          <a:bodyPr anchor="b">
            <a:normAutofit/>
          </a:bodyPr>
          <a:lstStyle>
            <a:lvl1pPr marL="0" indent="0">
              <a:buNone/>
              <a:defRPr sz="3085" b="0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7610" y="2883472"/>
            <a:ext cx="5490046" cy="39400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824" y="3049506"/>
            <a:ext cx="11138151" cy="1461313"/>
          </a:xfrm>
        </p:spPr>
        <p:txBody>
          <a:bodyPr>
            <a:normAutofit/>
          </a:bodyPr>
          <a:lstStyle>
            <a:lvl1pPr algn="ctr">
              <a:defRPr sz="485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85036" y="140006"/>
            <a:ext cx="4411791" cy="1764076"/>
          </a:xfrm>
        </p:spPr>
        <p:txBody>
          <a:bodyPr anchor="ctr" anchorCtr="0">
            <a:normAutofit/>
          </a:bodyPr>
          <a:lstStyle>
            <a:lvl1pPr>
              <a:defRPr sz="353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490906" y="844836"/>
            <a:ext cx="6161779" cy="5616166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0417" y="2268097"/>
            <a:ext cx="4411791" cy="420193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20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06119" y="402517"/>
            <a:ext cx="1619855" cy="6407026"/>
          </a:xfrm>
        </p:spPr>
        <p:txBody>
          <a:bodyPr vert="eaVert">
            <a:normAutofit/>
          </a:bodyPr>
          <a:lstStyle>
            <a:lvl1pPr>
              <a:defRPr sz="48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87824" y="402517"/>
            <a:ext cx="9405674" cy="6407026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87824" y="608026"/>
            <a:ext cx="11138151" cy="61282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7824" y="402517"/>
            <a:ext cx="11138151" cy="1461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824" y="2012586"/>
            <a:ext cx="11138151" cy="479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824" y="7007301"/>
            <a:ext cx="2905604" cy="402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77696" y="7007301"/>
            <a:ext cx="4358407" cy="402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20370" y="7007301"/>
            <a:ext cx="2905604" cy="402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007745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latinLnBrk="0" hangingPunct="1">
        <a:lnSpc>
          <a:spcPct val="90000"/>
        </a:lnSpc>
        <a:spcBef>
          <a:spcPct val="221000"/>
        </a:spcBef>
        <a:buFont typeface="Arial" panose="020B07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03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7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74.xml"/><Relationship Id="rId98" Type="http://schemas.openxmlformats.org/officeDocument/2006/relationships/tags" Target="../tags/tag73.xml"/><Relationship Id="rId97" Type="http://schemas.openxmlformats.org/officeDocument/2006/relationships/tags" Target="../tags/tag72.xml"/><Relationship Id="rId96" Type="http://schemas.openxmlformats.org/officeDocument/2006/relationships/image" Target="../media/image25.png"/><Relationship Id="rId95" Type="http://schemas.openxmlformats.org/officeDocument/2006/relationships/tags" Target="../tags/tag71.xml"/><Relationship Id="rId94" Type="http://schemas.openxmlformats.org/officeDocument/2006/relationships/image" Target="../media/image24.png"/><Relationship Id="rId93" Type="http://schemas.openxmlformats.org/officeDocument/2006/relationships/tags" Target="../tags/tag70.xml"/><Relationship Id="rId92" Type="http://schemas.openxmlformats.org/officeDocument/2006/relationships/image" Target="../media/image23.png"/><Relationship Id="rId91" Type="http://schemas.openxmlformats.org/officeDocument/2006/relationships/tags" Target="../tags/tag69.xml"/><Relationship Id="rId90" Type="http://schemas.openxmlformats.org/officeDocument/2006/relationships/tags" Target="../tags/tag68.xml"/><Relationship Id="rId9" Type="http://schemas.openxmlformats.org/officeDocument/2006/relationships/image" Target="../media/image4.png"/><Relationship Id="rId89" Type="http://schemas.openxmlformats.org/officeDocument/2006/relationships/tags" Target="../tags/tag67.xml"/><Relationship Id="rId88" Type="http://schemas.openxmlformats.org/officeDocument/2006/relationships/tags" Target="../tags/tag66.xml"/><Relationship Id="rId87" Type="http://schemas.openxmlformats.org/officeDocument/2006/relationships/tags" Target="../tags/tag65.xml"/><Relationship Id="rId86" Type="http://schemas.openxmlformats.org/officeDocument/2006/relationships/tags" Target="../tags/tag64.xml"/><Relationship Id="rId85" Type="http://schemas.openxmlformats.org/officeDocument/2006/relationships/tags" Target="../tags/tag63.xml"/><Relationship Id="rId84" Type="http://schemas.openxmlformats.org/officeDocument/2006/relationships/image" Target="../media/image22.png"/><Relationship Id="rId83" Type="http://schemas.openxmlformats.org/officeDocument/2006/relationships/tags" Target="../tags/tag62.xml"/><Relationship Id="rId82" Type="http://schemas.openxmlformats.org/officeDocument/2006/relationships/tags" Target="../tags/tag61.xml"/><Relationship Id="rId81" Type="http://schemas.openxmlformats.org/officeDocument/2006/relationships/image" Target="../media/image21.png"/><Relationship Id="rId80" Type="http://schemas.openxmlformats.org/officeDocument/2006/relationships/tags" Target="../tags/tag60.xml"/><Relationship Id="rId8" Type="http://schemas.openxmlformats.org/officeDocument/2006/relationships/tags" Target="../tags/tag5.xml"/><Relationship Id="rId79" Type="http://schemas.openxmlformats.org/officeDocument/2006/relationships/tags" Target="../tags/tag59.xml"/><Relationship Id="rId78" Type="http://schemas.openxmlformats.org/officeDocument/2006/relationships/image" Target="../media/image20.png"/><Relationship Id="rId77" Type="http://schemas.openxmlformats.org/officeDocument/2006/relationships/tags" Target="../tags/tag58.xml"/><Relationship Id="rId76" Type="http://schemas.openxmlformats.org/officeDocument/2006/relationships/tags" Target="../tags/tag57.xml"/><Relationship Id="rId75" Type="http://schemas.openxmlformats.org/officeDocument/2006/relationships/image" Target="../media/image19.png"/><Relationship Id="rId74" Type="http://schemas.openxmlformats.org/officeDocument/2006/relationships/tags" Target="../tags/tag56.xml"/><Relationship Id="rId73" Type="http://schemas.openxmlformats.org/officeDocument/2006/relationships/tags" Target="../tags/tag55.xml"/><Relationship Id="rId72" Type="http://schemas.openxmlformats.org/officeDocument/2006/relationships/tags" Target="../tags/tag54.xml"/><Relationship Id="rId71" Type="http://schemas.openxmlformats.org/officeDocument/2006/relationships/tags" Target="../tags/tag53.xml"/><Relationship Id="rId70" Type="http://schemas.openxmlformats.org/officeDocument/2006/relationships/tags" Target="../tags/tag52.xml"/><Relationship Id="rId7" Type="http://schemas.openxmlformats.org/officeDocument/2006/relationships/image" Target="../media/image3.png"/><Relationship Id="rId69" Type="http://schemas.openxmlformats.org/officeDocument/2006/relationships/tags" Target="../tags/tag51.xml"/><Relationship Id="rId68" Type="http://schemas.openxmlformats.org/officeDocument/2006/relationships/tags" Target="../tags/tag50.xml"/><Relationship Id="rId67" Type="http://schemas.openxmlformats.org/officeDocument/2006/relationships/tags" Target="../tags/tag49.xml"/><Relationship Id="rId66" Type="http://schemas.openxmlformats.org/officeDocument/2006/relationships/tags" Target="../tags/tag48.xml"/><Relationship Id="rId65" Type="http://schemas.openxmlformats.org/officeDocument/2006/relationships/tags" Target="../tags/tag47.xml"/><Relationship Id="rId64" Type="http://schemas.openxmlformats.org/officeDocument/2006/relationships/tags" Target="../tags/tag46.xml"/><Relationship Id="rId63" Type="http://schemas.openxmlformats.org/officeDocument/2006/relationships/tags" Target="../tags/tag45.xml"/><Relationship Id="rId62" Type="http://schemas.openxmlformats.org/officeDocument/2006/relationships/tags" Target="../tags/tag44.xml"/><Relationship Id="rId61" Type="http://schemas.openxmlformats.org/officeDocument/2006/relationships/tags" Target="../tags/tag43.xml"/><Relationship Id="rId60" Type="http://schemas.openxmlformats.org/officeDocument/2006/relationships/tags" Target="../tags/tag42.xml"/><Relationship Id="rId6" Type="http://schemas.openxmlformats.org/officeDocument/2006/relationships/tags" Target="../tags/tag4.xml"/><Relationship Id="rId59" Type="http://schemas.openxmlformats.org/officeDocument/2006/relationships/image" Target="../media/image18.png"/><Relationship Id="rId58" Type="http://schemas.openxmlformats.org/officeDocument/2006/relationships/tags" Target="../tags/tag41.xml"/><Relationship Id="rId57" Type="http://schemas.openxmlformats.org/officeDocument/2006/relationships/tags" Target="../tags/tag40.xml"/><Relationship Id="rId56" Type="http://schemas.openxmlformats.org/officeDocument/2006/relationships/tags" Target="../tags/tag39.xml"/><Relationship Id="rId55" Type="http://schemas.openxmlformats.org/officeDocument/2006/relationships/image" Target="../media/image17.png"/><Relationship Id="rId54" Type="http://schemas.openxmlformats.org/officeDocument/2006/relationships/tags" Target="../tags/tag38.xml"/><Relationship Id="rId53" Type="http://schemas.openxmlformats.org/officeDocument/2006/relationships/tags" Target="../tags/tag37.xml"/><Relationship Id="rId52" Type="http://schemas.openxmlformats.org/officeDocument/2006/relationships/tags" Target="../tags/tag36.xml"/><Relationship Id="rId51" Type="http://schemas.openxmlformats.org/officeDocument/2006/relationships/tags" Target="../tags/tag35.xml"/><Relationship Id="rId50" Type="http://schemas.openxmlformats.org/officeDocument/2006/relationships/tags" Target="../tags/tag34.xml"/><Relationship Id="rId5" Type="http://schemas.openxmlformats.org/officeDocument/2006/relationships/tags" Target="../tags/tag3.xml"/><Relationship Id="rId49" Type="http://schemas.openxmlformats.org/officeDocument/2006/relationships/tags" Target="../tags/tag33.xml"/><Relationship Id="rId48" Type="http://schemas.openxmlformats.org/officeDocument/2006/relationships/image" Target="../media/image16.png"/><Relationship Id="rId47" Type="http://schemas.openxmlformats.org/officeDocument/2006/relationships/tags" Target="../tags/tag32.xml"/><Relationship Id="rId46" Type="http://schemas.openxmlformats.org/officeDocument/2006/relationships/image" Target="../media/image15.png"/><Relationship Id="rId45" Type="http://schemas.openxmlformats.org/officeDocument/2006/relationships/tags" Target="../tags/tag31.xml"/><Relationship Id="rId44" Type="http://schemas.openxmlformats.org/officeDocument/2006/relationships/tags" Target="../tags/tag30.xml"/><Relationship Id="rId43" Type="http://schemas.openxmlformats.org/officeDocument/2006/relationships/image" Target="../media/image14.png"/><Relationship Id="rId42" Type="http://schemas.openxmlformats.org/officeDocument/2006/relationships/tags" Target="../tags/tag29.xml"/><Relationship Id="rId41" Type="http://schemas.openxmlformats.org/officeDocument/2006/relationships/tags" Target="../tags/tag28.xml"/><Relationship Id="rId40" Type="http://schemas.openxmlformats.org/officeDocument/2006/relationships/image" Target="../media/image13.png"/><Relationship Id="rId4" Type="http://schemas.openxmlformats.org/officeDocument/2006/relationships/tags" Target="../tags/tag2.xml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image" Target="../media/image12.png"/><Relationship Id="rId36" Type="http://schemas.openxmlformats.org/officeDocument/2006/relationships/tags" Target="../tags/tag25.xml"/><Relationship Id="rId35" Type="http://schemas.openxmlformats.org/officeDocument/2006/relationships/tags" Target="../tags/tag24.xml"/><Relationship Id="rId34" Type="http://schemas.openxmlformats.org/officeDocument/2006/relationships/tags" Target="../tags/tag23.xml"/><Relationship Id="rId33" Type="http://schemas.openxmlformats.org/officeDocument/2006/relationships/tags" Target="../tags/tag22.xml"/><Relationship Id="rId32" Type="http://schemas.openxmlformats.org/officeDocument/2006/relationships/image" Target="../media/image11.png"/><Relationship Id="rId31" Type="http://schemas.openxmlformats.org/officeDocument/2006/relationships/tags" Target="../tags/tag21.xml"/><Relationship Id="rId30" Type="http://schemas.openxmlformats.org/officeDocument/2006/relationships/image" Target="../media/image10.png"/><Relationship Id="rId3" Type="http://schemas.openxmlformats.org/officeDocument/2006/relationships/image" Target="../media/image2.svg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9" Type="http://schemas.openxmlformats.org/officeDocument/2006/relationships/notesSlide" Target="../notesSlides/notesSlide1.xml"/><Relationship Id="rId268" Type="http://schemas.openxmlformats.org/officeDocument/2006/relationships/slideLayout" Target="../slideLayouts/slideLayout7.xml"/><Relationship Id="rId267" Type="http://schemas.openxmlformats.org/officeDocument/2006/relationships/tags" Target="../tags/tag203.xml"/><Relationship Id="rId266" Type="http://schemas.openxmlformats.org/officeDocument/2006/relationships/tags" Target="../tags/tag202.xml"/><Relationship Id="rId265" Type="http://schemas.openxmlformats.org/officeDocument/2006/relationships/tags" Target="../tags/tag201.xml"/><Relationship Id="rId264" Type="http://schemas.openxmlformats.org/officeDocument/2006/relationships/image" Target="../media/image64.png"/><Relationship Id="rId263" Type="http://schemas.openxmlformats.org/officeDocument/2006/relationships/tags" Target="../tags/tag200.xml"/><Relationship Id="rId262" Type="http://schemas.openxmlformats.org/officeDocument/2006/relationships/image" Target="../media/image63.png"/><Relationship Id="rId261" Type="http://schemas.openxmlformats.org/officeDocument/2006/relationships/tags" Target="../tags/tag199.xml"/><Relationship Id="rId260" Type="http://schemas.openxmlformats.org/officeDocument/2006/relationships/image" Target="../media/image62.png"/><Relationship Id="rId26" Type="http://schemas.openxmlformats.org/officeDocument/2006/relationships/tags" Target="../tags/tag17.xml"/><Relationship Id="rId259" Type="http://schemas.openxmlformats.org/officeDocument/2006/relationships/tags" Target="../tags/tag198.xml"/><Relationship Id="rId258" Type="http://schemas.openxmlformats.org/officeDocument/2006/relationships/image" Target="../media/image61.png"/><Relationship Id="rId257" Type="http://schemas.openxmlformats.org/officeDocument/2006/relationships/tags" Target="../tags/tag197.xml"/><Relationship Id="rId256" Type="http://schemas.openxmlformats.org/officeDocument/2006/relationships/image" Target="../media/image60.png"/><Relationship Id="rId255" Type="http://schemas.openxmlformats.org/officeDocument/2006/relationships/tags" Target="../tags/tag196.xml"/><Relationship Id="rId254" Type="http://schemas.openxmlformats.org/officeDocument/2006/relationships/tags" Target="../tags/tag195.xml"/><Relationship Id="rId253" Type="http://schemas.openxmlformats.org/officeDocument/2006/relationships/tags" Target="../tags/tag194.xml"/><Relationship Id="rId252" Type="http://schemas.openxmlformats.org/officeDocument/2006/relationships/image" Target="../media/image59.png"/><Relationship Id="rId251" Type="http://schemas.openxmlformats.org/officeDocument/2006/relationships/tags" Target="../tags/tag193.xml"/><Relationship Id="rId250" Type="http://schemas.openxmlformats.org/officeDocument/2006/relationships/tags" Target="../tags/tag192.xml"/><Relationship Id="rId25" Type="http://schemas.openxmlformats.org/officeDocument/2006/relationships/tags" Target="../tags/tag16.xml"/><Relationship Id="rId249" Type="http://schemas.openxmlformats.org/officeDocument/2006/relationships/tags" Target="../tags/tag191.xml"/><Relationship Id="rId248" Type="http://schemas.openxmlformats.org/officeDocument/2006/relationships/tags" Target="../tags/tag190.xml"/><Relationship Id="rId247" Type="http://schemas.openxmlformats.org/officeDocument/2006/relationships/tags" Target="../tags/tag189.xml"/><Relationship Id="rId246" Type="http://schemas.openxmlformats.org/officeDocument/2006/relationships/image" Target="../media/image58.png"/><Relationship Id="rId245" Type="http://schemas.openxmlformats.org/officeDocument/2006/relationships/tags" Target="../tags/tag188.xml"/><Relationship Id="rId244" Type="http://schemas.openxmlformats.org/officeDocument/2006/relationships/tags" Target="../tags/tag187.xml"/><Relationship Id="rId243" Type="http://schemas.openxmlformats.org/officeDocument/2006/relationships/tags" Target="../tags/tag186.xml"/><Relationship Id="rId242" Type="http://schemas.openxmlformats.org/officeDocument/2006/relationships/image" Target="../media/image57.png"/><Relationship Id="rId241" Type="http://schemas.openxmlformats.org/officeDocument/2006/relationships/tags" Target="../tags/tag185.xml"/><Relationship Id="rId240" Type="http://schemas.openxmlformats.org/officeDocument/2006/relationships/tags" Target="../tags/tag184.xml"/><Relationship Id="rId24" Type="http://schemas.openxmlformats.org/officeDocument/2006/relationships/tags" Target="../tags/tag15.xml"/><Relationship Id="rId239" Type="http://schemas.openxmlformats.org/officeDocument/2006/relationships/tags" Target="../tags/tag183.xml"/><Relationship Id="rId238" Type="http://schemas.openxmlformats.org/officeDocument/2006/relationships/tags" Target="../tags/tag182.xml"/><Relationship Id="rId237" Type="http://schemas.openxmlformats.org/officeDocument/2006/relationships/tags" Target="../tags/tag181.xml"/><Relationship Id="rId236" Type="http://schemas.openxmlformats.org/officeDocument/2006/relationships/tags" Target="../tags/tag180.xml"/><Relationship Id="rId235" Type="http://schemas.openxmlformats.org/officeDocument/2006/relationships/tags" Target="../tags/tag179.xml"/><Relationship Id="rId234" Type="http://schemas.openxmlformats.org/officeDocument/2006/relationships/image" Target="../media/image56.png"/><Relationship Id="rId233" Type="http://schemas.openxmlformats.org/officeDocument/2006/relationships/tags" Target="../tags/tag178.xml"/><Relationship Id="rId232" Type="http://schemas.openxmlformats.org/officeDocument/2006/relationships/image" Target="../media/image55.png"/><Relationship Id="rId231" Type="http://schemas.openxmlformats.org/officeDocument/2006/relationships/tags" Target="../tags/tag177.xml"/><Relationship Id="rId230" Type="http://schemas.openxmlformats.org/officeDocument/2006/relationships/tags" Target="../tags/tag176.xml"/><Relationship Id="rId23" Type="http://schemas.openxmlformats.org/officeDocument/2006/relationships/image" Target="../media/image9.png"/><Relationship Id="rId229" Type="http://schemas.openxmlformats.org/officeDocument/2006/relationships/tags" Target="../tags/tag175.xml"/><Relationship Id="rId228" Type="http://schemas.openxmlformats.org/officeDocument/2006/relationships/tags" Target="../tags/tag174.xml"/><Relationship Id="rId227" Type="http://schemas.openxmlformats.org/officeDocument/2006/relationships/tags" Target="../tags/tag173.xml"/><Relationship Id="rId226" Type="http://schemas.openxmlformats.org/officeDocument/2006/relationships/tags" Target="../tags/tag172.xml"/><Relationship Id="rId225" Type="http://schemas.openxmlformats.org/officeDocument/2006/relationships/image" Target="../media/image54.png"/><Relationship Id="rId224" Type="http://schemas.openxmlformats.org/officeDocument/2006/relationships/tags" Target="../tags/tag171.xml"/><Relationship Id="rId223" Type="http://schemas.openxmlformats.org/officeDocument/2006/relationships/image" Target="../media/image53.png"/><Relationship Id="rId222" Type="http://schemas.openxmlformats.org/officeDocument/2006/relationships/tags" Target="../tags/tag170.xml"/><Relationship Id="rId221" Type="http://schemas.openxmlformats.org/officeDocument/2006/relationships/tags" Target="../tags/tag169.xml"/><Relationship Id="rId220" Type="http://schemas.openxmlformats.org/officeDocument/2006/relationships/image" Target="../media/image52.png"/><Relationship Id="rId22" Type="http://schemas.openxmlformats.org/officeDocument/2006/relationships/tags" Target="../tags/tag14.xml"/><Relationship Id="rId219" Type="http://schemas.openxmlformats.org/officeDocument/2006/relationships/tags" Target="../tags/tag168.xml"/><Relationship Id="rId218" Type="http://schemas.openxmlformats.org/officeDocument/2006/relationships/tags" Target="../tags/tag167.xml"/><Relationship Id="rId217" Type="http://schemas.openxmlformats.org/officeDocument/2006/relationships/tags" Target="../tags/tag166.xml"/><Relationship Id="rId216" Type="http://schemas.openxmlformats.org/officeDocument/2006/relationships/tags" Target="../tags/tag165.xml"/><Relationship Id="rId215" Type="http://schemas.openxmlformats.org/officeDocument/2006/relationships/tags" Target="../tags/tag164.xml"/><Relationship Id="rId214" Type="http://schemas.openxmlformats.org/officeDocument/2006/relationships/tags" Target="../tags/tag163.xml"/><Relationship Id="rId213" Type="http://schemas.openxmlformats.org/officeDocument/2006/relationships/tags" Target="../tags/tag162.xml"/><Relationship Id="rId212" Type="http://schemas.openxmlformats.org/officeDocument/2006/relationships/tags" Target="../tags/tag161.xml"/><Relationship Id="rId211" Type="http://schemas.openxmlformats.org/officeDocument/2006/relationships/tags" Target="../tags/tag160.xml"/><Relationship Id="rId210" Type="http://schemas.openxmlformats.org/officeDocument/2006/relationships/tags" Target="../tags/tag159.xml"/><Relationship Id="rId21" Type="http://schemas.openxmlformats.org/officeDocument/2006/relationships/image" Target="../media/image8.png"/><Relationship Id="rId209" Type="http://schemas.openxmlformats.org/officeDocument/2006/relationships/tags" Target="../tags/tag158.xml"/><Relationship Id="rId208" Type="http://schemas.openxmlformats.org/officeDocument/2006/relationships/tags" Target="../tags/tag157.xml"/><Relationship Id="rId207" Type="http://schemas.openxmlformats.org/officeDocument/2006/relationships/tags" Target="../tags/tag156.xml"/><Relationship Id="rId206" Type="http://schemas.openxmlformats.org/officeDocument/2006/relationships/image" Target="../media/image51.png"/><Relationship Id="rId205" Type="http://schemas.openxmlformats.org/officeDocument/2006/relationships/tags" Target="../tags/tag155.xml"/><Relationship Id="rId204" Type="http://schemas.openxmlformats.org/officeDocument/2006/relationships/image" Target="../media/image50.png"/><Relationship Id="rId203" Type="http://schemas.openxmlformats.org/officeDocument/2006/relationships/tags" Target="../tags/tag154.xml"/><Relationship Id="rId202" Type="http://schemas.openxmlformats.org/officeDocument/2006/relationships/image" Target="../media/image49.png"/><Relationship Id="rId201" Type="http://schemas.openxmlformats.org/officeDocument/2006/relationships/tags" Target="../tags/tag153.xml"/><Relationship Id="rId200" Type="http://schemas.openxmlformats.org/officeDocument/2006/relationships/image" Target="../media/image48.png"/><Relationship Id="rId20" Type="http://schemas.openxmlformats.org/officeDocument/2006/relationships/tags" Target="../tags/tag13.xml"/><Relationship Id="rId2" Type="http://schemas.openxmlformats.org/officeDocument/2006/relationships/image" Target="../media/image1.png"/><Relationship Id="rId199" Type="http://schemas.openxmlformats.org/officeDocument/2006/relationships/tags" Target="../tags/tag152.xml"/><Relationship Id="rId198" Type="http://schemas.openxmlformats.org/officeDocument/2006/relationships/tags" Target="../tags/tag151.xml"/><Relationship Id="rId197" Type="http://schemas.openxmlformats.org/officeDocument/2006/relationships/tags" Target="../tags/tag150.xml"/><Relationship Id="rId196" Type="http://schemas.openxmlformats.org/officeDocument/2006/relationships/tags" Target="../tags/tag149.xml"/><Relationship Id="rId195" Type="http://schemas.openxmlformats.org/officeDocument/2006/relationships/tags" Target="../tags/tag148.xml"/><Relationship Id="rId194" Type="http://schemas.openxmlformats.org/officeDocument/2006/relationships/tags" Target="../tags/tag147.xml"/><Relationship Id="rId193" Type="http://schemas.openxmlformats.org/officeDocument/2006/relationships/image" Target="../media/image47.png"/><Relationship Id="rId192" Type="http://schemas.openxmlformats.org/officeDocument/2006/relationships/tags" Target="../tags/tag146.xml"/><Relationship Id="rId191" Type="http://schemas.openxmlformats.org/officeDocument/2006/relationships/image" Target="../media/image46.png"/><Relationship Id="rId190" Type="http://schemas.openxmlformats.org/officeDocument/2006/relationships/tags" Target="../tags/tag145.xml"/><Relationship Id="rId19" Type="http://schemas.openxmlformats.org/officeDocument/2006/relationships/image" Target="../media/image7.png"/><Relationship Id="rId189" Type="http://schemas.openxmlformats.org/officeDocument/2006/relationships/tags" Target="../tags/tag144.xml"/><Relationship Id="rId188" Type="http://schemas.openxmlformats.org/officeDocument/2006/relationships/tags" Target="../tags/tag143.xml"/><Relationship Id="rId187" Type="http://schemas.openxmlformats.org/officeDocument/2006/relationships/tags" Target="../tags/tag142.xml"/><Relationship Id="rId186" Type="http://schemas.openxmlformats.org/officeDocument/2006/relationships/tags" Target="../tags/tag141.xml"/><Relationship Id="rId185" Type="http://schemas.openxmlformats.org/officeDocument/2006/relationships/tags" Target="../tags/tag140.xml"/><Relationship Id="rId184" Type="http://schemas.openxmlformats.org/officeDocument/2006/relationships/tags" Target="../tags/tag139.xml"/><Relationship Id="rId183" Type="http://schemas.openxmlformats.org/officeDocument/2006/relationships/tags" Target="../tags/tag138.xml"/><Relationship Id="rId182" Type="http://schemas.openxmlformats.org/officeDocument/2006/relationships/tags" Target="../tags/tag137.xml"/><Relationship Id="rId181" Type="http://schemas.openxmlformats.org/officeDocument/2006/relationships/tags" Target="../tags/tag136.xml"/><Relationship Id="rId180" Type="http://schemas.openxmlformats.org/officeDocument/2006/relationships/tags" Target="../tags/tag135.xml"/><Relationship Id="rId18" Type="http://schemas.openxmlformats.org/officeDocument/2006/relationships/tags" Target="../tags/tag12.xml"/><Relationship Id="rId179" Type="http://schemas.openxmlformats.org/officeDocument/2006/relationships/tags" Target="../tags/tag134.xml"/><Relationship Id="rId178" Type="http://schemas.openxmlformats.org/officeDocument/2006/relationships/tags" Target="../tags/tag133.xml"/><Relationship Id="rId177" Type="http://schemas.openxmlformats.org/officeDocument/2006/relationships/tags" Target="../tags/tag132.xml"/><Relationship Id="rId176" Type="http://schemas.openxmlformats.org/officeDocument/2006/relationships/image" Target="../media/image45.png"/><Relationship Id="rId175" Type="http://schemas.openxmlformats.org/officeDocument/2006/relationships/tags" Target="../tags/tag131.xml"/><Relationship Id="rId174" Type="http://schemas.openxmlformats.org/officeDocument/2006/relationships/tags" Target="../tags/tag130.xml"/><Relationship Id="rId173" Type="http://schemas.openxmlformats.org/officeDocument/2006/relationships/tags" Target="../tags/tag129.xml"/><Relationship Id="rId172" Type="http://schemas.openxmlformats.org/officeDocument/2006/relationships/tags" Target="../tags/tag128.xml"/><Relationship Id="rId171" Type="http://schemas.openxmlformats.org/officeDocument/2006/relationships/tags" Target="../tags/tag127.xml"/><Relationship Id="rId170" Type="http://schemas.openxmlformats.org/officeDocument/2006/relationships/tags" Target="../tags/tag126.xml"/><Relationship Id="rId17" Type="http://schemas.openxmlformats.org/officeDocument/2006/relationships/image" Target="../media/image6.png"/><Relationship Id="rId169" Type="http://schemas.openxmlformats.org/officeDocument/2006/relationships/tags" Target="../tags/tag125.xml"/><Relationship Id="rId168" Type="http://schemas.openxmlformats.org/officeDocument/2006/relationships/image" Target="../media/image44.png"/><Relationship Id="rId167" Type="http://schemas.openxmlformats.org/officeDocument/2006/relationships/tags" Target="../tags/tag124.xml"/><Relationship Id="rId166" Type="http://schemas.openxmlformats.org/officeDocument/2006/relationships/image" Target="../media/image43.png"/><Relationship Id="rId165" Type="http://schemas.openxmlformats.org/officeDocument/2006/relationships/tags" Target="../tags/tag123.xml"/><Relationship Id="rId164" Type="http://schemas.openxmlformats.org/officeDocument/2006/relationships/tags" Target="../tags/tag122.xml"/><Relationship Id="rId163" Type="http://schemas.openxmlformats.org/officeDocument/2006/relationships/tags" Target="../tags/tag121.xml"/><Relationship Id="rId162" Type="http://schemas.openxmlformats.org/officeDocument/2006/relationships/tags" Target="../tags/tag120.xml"/><Relationship Id="rId161" Type="http://schemas.openxmlformats.org/officeDocument/2006/relationships/image" Target="../media/image42.png"/><Relationship Id="rId160" Type="http://schemas.openxmlformats.org/officeDocument/2006/relationships/tags" Target="../tags/tag119.xml"/><Relationship Id="rId16" Type="http://schemas.openxmlformats.org/officeDocument/2006/relationships/tags" Target="../tags/tag11.xml"/><Relationship Id="rId159" Type="http://schemas.openxmlformats.org/officeDocument/2006/relationships/image" Target="../media/image41.png"/><Relationship Id="rId158" Type="http://schemas.openxmlformats.org/officeDocument/2006/relationships/tags" Target="../tags/tag118.xml"/><Relationship Id="rId157" Type="http://schemas.openxmlformats.org/officeDocument/2006/relationships/tags" Target="../tags/tag117.xml"/><Relationship Id="rId156" Type="http://schemas.openxmlformats.org/officeDocument/2006/relationships/tags" Target="../tags/tag116.xml"/><Relationship Id="rId155" Type="http://schemas.openxmlformats.org/officeDocument/2006/relationships/tags" Target="../tags/tag115.xml"/><Relationship Id="rId154" Type="http://schemas.openxmlformats.org/officeDocument/2006/relationships/tags" Target="../tags/tag114.xml"/><Relationship Id="rId153" Type="http://schemas.openxmlformats.org/officeDocument/2006/relationships/tags" Target="../tags/tag113.xml"/><Relationship Id="rId152" Type="http://schemas.openxmlformats.org/officeDocument/2006/relationships/image" Target="../media/image40.png"/><Relationship Id="rId151" Type="http://schemas.openxmlformats.org/officeDocument/2006/relationships/tags" Target="../tags/tag112.xml"/><Relationship Id="rId150" Type="http://schemas.openxmlformats.org/officeDocument/2006/relationships/tags" Target="../tags/tag111.xml"/><Relationship Id="rId15" Type="http://schemas.openxmlformats.org/officeDocument/2006/relationships/tags" Target="../tags/tag10.xml"/><Relationship Id="rId149" Type="http://schemas.openxmlformats.org/officeDocument/2006/relationships/image" Target="../media/image39.png"/><Relationship Id="rId148" Type="http://schemas.openxmlformats.org/officeDocument/2006/relationships/tags" Target="../tags/tag110.xml"/><Relationship Id="rId147" Type="http://schemas.openxmlformats.org/officeDocument/2006/relationships/tags" Target="../tags/tag109.xml"/><Relationship Id="rId146" Type="http://schemas.openxmlformats.org/officeDocument/2006/relationships/image" Target="../media/image38.png"/><Relationship Id="rId145" Type="http://schemas.openxmlformats.org/officeDocument/2006/relationships/tags" Target="../tags/tag108.xml"/><Relationship Id="rId144" Type="http://schemas.openxmlformats.org/officeDocument/2006/relationships/tags" Target="../tags/tag107.xml"/><Relationship Id="rId143" Type="http://schemas.openxmlformats.org/officeDocument/2006/relationships/tags" Target="../tags/tag106.xml"/><Relationship Id="rId142" Type="http://schemas.openxmlformats.org/officeDocument/2006/relationships/tags" Target="../tags/tag105.xml"/><Relationship Id="rId141" Type="http://schemas.openxmlformats.org/officeDocument/2006/relationships/tags" Target="../tags/tag104.xml"/><Relationship Id="rId140" Type="http://schemas.openxmlformats.org/officeDocument/2006/relationships/tags" Target="../tags/tag103.xml"/><Relationship Id="rId14" Type="http://schemas.openxmlformats.org/officeDocument/2006/relationships/tags" Target="../tags/tag9.xml"/><Relationship Id="rId139" Type="http://schemas.openxmlformats.org/officeDocument/2006/relationships/tags" Target="../tags/tag102.xml"/><Relationship Id="rId138" Type="http://schemas.openxmlformats.org/officeDocument/2006/relationships/image" Target="../media/image37.png"/><Relationship Id="rId137" Type="http://schemas.openxmlformats.org/officeDocument/2006/relationships/tags" Target="../tags/tag101.xml"/><Relationship Id="rId136" Type="http://schemas.openxmlformats.org/officeDocument/2006/relationships/image" Target="../media/image36.png"/><Relationship Id="rId135" Type="http://schemas.openxmlformats.org/officeDocument/2006/relationships/tags" Target="../tags/tag100.xml"/><Relationship Id="rId134" Type="http://schemas.openxmlformats.org/officeDocument/2006/relationships/image" Target="../media/image35.png"/><Relationship Id="rId133" Type="http://schemas.openxmlformats.org/officeDocument/2006/relationships/tags" Target="../tags/tag99.xml"/><Relationship Id="rId132" Type="http://schemas.openxmlformats.org/officeDocument/2006/relationships/tags" Target="../tags/tag98.xml"/><Relationship Id="rId131" Type="http://schemas.openxmlformats.org/officeDocument/2006/relationships/tags" Target="../tags/tag97.xml"/><Relationship Id="rId130" Type="http://schemas.openxmlformats.org/officeDocument/2006/relationships/tags" Target="../tags/tag96.xml"/><Relationship Id="rId13" Type="http://schemas.openxmlformats.org/officeDocument/2006/relationships/tags" Target="../tags/tag8.xml"/><Relationship Id="rId129" Type="http://schemas.openxmlformats.org/officeDocument/2006/relationships/tags" Target="../tags/tag95.xml"/><Relationship Id="rId128" Type="http://schemas.openxmlformats.org/officeDocument/2006/relationships/image" Target="../media/image34.png"/><Relationship Id="rId127" Type="http://schemas.openxmlformats.org/officeDocument/2006/relationships/tags" Target="../tags/tag94.xml"/><Relationship Id="rId126" Type="http://schemas.openxmlformats.org/officeDocument/2006/relationships/image" Target="../media/image33.png"/><Relationship Id="rId125" Type="http://schemas.openxmlformats.org/officeDocument/2006/relationships/tags" Target="../tags/tag93.xml"/><Relationship Id="rId124" Type="http://schemas.openxmlformats.org/officeDocument/2006/relationships/image" Target="../media/image32.png"/><Relationship Id="rId123" Type="http://schemas.openxmlformats.org/officeDocument/2006/relationships/tags" Target="../tags/tag92.xml"/><Relationship Id="rId122" Type="http://schemas.openxmlformats.org/officeDocument/2006/relationships/tags" Target="../tags/tag91.xml"/><Relationship Id="rId121" Type="http://schemas.openxmlformats.org/officeDocument/2006/relationships/tags" Target="../tags/tag90.xml"/><Relationship Id="rId120" Type="http://schemas.openxmlformats.org/officeDocument/2006/relationships/tags" Target="../tags/tag89.xml"/><Relationship Id="rId12" Type="http://schemas.openxmlformats.org/officeDocument/2006/relationships/tags" Target="../tags/tag7.xml"/><Relationship Id="rId119" Type="http://schemas.openxmlformats.org/officeDocument/2006/relationships/image" Target="../media/image31.png"/><Relationship Id="rId118" Type="http://schemas.openxmlformats.org/officeDocument/2006/relationships/tags" Target="../tags/tag88.xml"/><Relationship Id="rId117" Type="http://schemas.openxmlformats.org/officeDocument/2006/relationships/tags" Target="../tags/tag87.xml"/><Relationship Id="rId116" Type="http://schemas.openxmlformats.org/officeDocument/2006/relationships/tags" Target="../tags/tag86.xml"/><Relationship Id="rId115" Type="http://schemas.openxmlformats.org/officeDocument/2006/relationships/image" Target="../media/image30.png"/><Relationship Id="rId114" Type="http://schemas.openxmlformats.org/officeDocument/2006/relationships/tags" Target="../tags/tag85.xml"/><Relationship Id="rId113" Type="http://schemas.openxmlformats.org/officeDocument/2006/relationships/image" Target="../media/image29.png"/><Relationship Id="rId112" Type="http://schemas.openxmlformats.org/officeDocument/2006/relationships/tags" Target="../tags/tag84.xml"/><Relationship Id="rId111" Type="http://schemas.openxmlformats.org/officeDocument/2006/relationships/tags" Target="../tags/tag83.xml"/><Relationship Id="rId110" Type="http://schemas.openxmlformats.org/officeDocument/2006/relationships/image" Target="../media/image28.png"/><Relationship Id="rId11" Type="http://schemas.openxmlformats.org/officeDocument/2006/relationships/image" Target="../media/image5.png"/><Relationship Id="rId109" Type="http://schemas.openxmlformats.org/officeDocument/2006/relationships/tags" Target="../tags/tag82.xml"/><Relationship Id="rId108" Type="http://schemas.openxmlformats.org/officeDocument/2006/relationships/image" Target="../media/image27.png"/><Relationship Id="rId107" Type="http://schemas.openxmlformats.org/officeDocument/2006/relationships/tags" Target="../tags/tag81.xml"/><Relationship Id="rId106" Type="http://schemas.openxmlformats.org/officeDocument/2006/relationships/tags" Target="../tags/tag80.xml"/><Relationship Id="rId105" Type="http://schemas.openxmlformats.org/officeDocument/2006/relationships/tags" Target="../tags/tag79.xml"/><Relationship Id="rId104" Type="http://schemas.openxmlformats.org/officeDocument/2006/relationships/tags" Target="../tags/tag78.xml"/><Relationship Id="rId103" Type="http://schemas.openxmlformats.org/officeDocument/2006/relationships/tags" Target="../tags/tag77.xml"/><Relationship Id="rId102" Type="http://schemas.openxmlformats.org/officeDocument/2006/relationships/tags" Target="../tags/tag76.xml"/><Relationship Id="rId101" Type="http://schemas.openxmlformats.org/officeDocument/2006/relationships/tags" Target="../tags/tag75.xml"/><Relationship Id="rId100" Type="http://schemas.openxmlformats.org/officeDocument/2006/relationships/image" Target="../media/image26.png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277.xml"/><Relationship Id="rId98" Type="http://schemas.openxmlformats.org/officeDocument/2006/relationships/tags" Target="../tags/tag276.xml"/><Relationship Id="rId97" Type="http://schemas.openxmlformats.org/officeDocument/2006/relationships/tags" Target="../tags/tag275.xml"/><Relationship Id="rId96" Type="http://schemas.openxmlformats.org/officeDocument/2006/relationships/image" Target="../media/image25.png"/><Relationship Id="rId95" Type="http://schemas.openxmlformats.org/officeDocument/2006/relationships/tags" Target="../tags/tag274.xml"/><Relationship Id="rId94" Type="http://schemas.openxmlformats.org/officeDocument/2006/relationships/image" Target="../media/image24.png"/><Relationship Id="rId93" Type="http://schemas.openxmlformats.org/officeDocument/2006/relationships/tags" Target="../tags/tag273.xml"/><Relationship Id="rId92" Type="http://schemas.openxmlformats.org/officeDocument/2006/relationships/image" Target="../media/image23.png"/><Relationship Id="rId91" Type="http://schemas.openxmlformats.org/officeDocument/2006/relationships/tags" Target="../tags/tag272.xml"/><Relationship Id="rId90" Type="http://schemas.openxmlformats.org/officeDocument/2006/relationships/tags" Target="../tags/tag271.xml"/><Relationship Id="rId9" Type="http://schemas.openxmlformats.org/officeDocument/2006/relationships/image" Target="../media/image4.png"/><Relationship Id="rId89" Type="http://schemas.openxmlformats.org/officeDocument/2006/relationships/tags" Target="../tags/tag270.xml"/><Relationship Id="rId88" Type="http://schemas.openxmlformats.org/officeDocument/2006/relationships/tags" Target="../tags/tag269.xml"/><Relationship Id="rId87" Type="http://schemas.openxmlformats.org/officeDocument/2006/relationships/tags" Target="../tags/tag268.xml"/><Relationship Id="rId86" Type="http://schemas.openxmlformats.org/officeDocument/2006/relationships/tags" Target="../tags/tag267.xml"/><Relationship Id="rId85" Type="http://schemas.openxmlformats.org/officeDocument/2006/relationships/tags" Target="../tags/tag266.xml"/><Relationship Id="rId84" Type="http://schemas.openxmlformats.org/officeDocument/2006/relationships/image" Target="../media/image22.png"/><Relationship Id="rId83" Type="http://schemas.openxmlformats.org/officeDocument/2006/relationships/tags" Target="../tags/tag265.xml"/><Relationship Id="rId82" Type="http://schemas.openxmlformats.org/officeDocument/2006/relationships/tags" Target="../tags/tag264.xml"/><Relationship Id="rId81" Type="http://schemas.openxmlformats.org/officeDocument/2006/relationships/image" Target="../media/image21.png"/><Relationship Id="rId80" Type="http://schemas.openxmlformats.org/officeDocument/2006/relationships/tags" Target="../tags/tag263.xml"/><Relationship Id="rId8" Type="http://schemas.openxmlformats.org/officeDocument/2006/relationships/tags" Target="../tags/tag208.xml"/><Relationship Id="rId79" Type="http://schemas.openxmlformats.org/officeDocument/2006/relationships/tags" Target="../tags/tag262.xml"/><Relationship Id="rId78" Type="http://schemas.openxmlformats.org/officeDocument/2006/relationships/image" Target="../media/image20.png"/><Relationship Id="rId77" Type="http://schemas.openxmlformats.org/officeDocument/2006/relationships/tags" Target="../tags/tag261.xml"/><Relationship Id="rId76" Type="http://schemas.openxmlformats.org/officeDocument/2006/relationships/tags" Target="../tags/tag260.xml"/><Relationship Id="rId75" Type="http://schemas.openxmlformats.org/officeDocument/2006/relationships/image" Target="../media/image19.png"/><Relationship Id="rId74" Type="http://schemas.openxmlformats.org/officeDocument/2006/relationships/tags" Target="../tags/tag259.xml"/><Relationship Id="rId73" Type="http://schemas.openxmlformats.org/officeDocument/2006/relationships/tags" Target="../tags/tag258.xml"/><Relationship Id="rId72" Type="http://schemas.openxmlformats.org/officeDocument/2006/relationships/tags" Target="../tags/tag257.xml"/><Relationship Id="rId71" Type="http://schemas.openxmlformats.org/officeDocument/2006/relationships/tags" Target="../tags/tag256.xml"/><Relationship Id="rId70" Type="http://schemas.openxmlformats.org/officeDocument/2006/relationships/tags" Target="../tags/tag255.xml"/><Relationship Id="rId7" Type="http://schemas.openxmlformats.org/officeDocument/2006/relationships/image" Target="../media/image3.png"/><Relationship Id="rId69" Type="http://schemas.openxmlformats.org/officeDocument/2006/relationships/tags" Target="../tags/tag254.xml"/><Relationship Id="rId68" Type="http://schemas.openxmlformats.org/officeDocument/2006/relationships/tags" Target="../tags/tag253.xml"/><Relationship Id="rId67" Type="http://schemas.openxmlformats.org/officeDocument/2006/relationships/tags" Target="../tags/tag252.xml"/><Relationship Id="rId66" Type="http://schemas.openxmlformats.org/officeDocument/2006/relationships/tags" Target="../tags/tag251.xml"/><Relationship Id="rId65" Type="http://schemas.openxmlformats.org/officeDocument/2006/relationships/tags" Target="../tags/tag250.xml"/><Relationship Id="rId64" Type="http://schemas.openxmlformats.org/officeDocument/2006/relationships/tags" Target="../tags/tag249.xml"/><Relationship Id="rId63" Type="http://schemas.openxmlformats.org/officeDocument/2006/relationships/tags" Target="../tags/tag248.xml"/><Relationship Id="rId62" Type="http://schemas.openxmlformats.org/officeDocument/2006/relationships/tags" Target="../tags/tag247.xml"/><Relationship Id="rId61" Type="http://schemas.openxmlformats.org/officeDocument/2006/relationships/tags" Target="../tags/tag246.xml"/><Relationship Id="rId60" Type="http://schemas.openxmlformats.org/officeDocument/2006/relationships/tags" Target="../tags/tag245.xml"/><Relationship Id="rId6" Type="http://schemas.openxmlformats.org/officeDocument/2006/relationships/tags" Target="../tags/tag207.xml"/><Relationship Id="rId59" Type="http://schemas.openxmlformats.org/officeDocument/2006/relationships/image" Target="../media/image18.png"/><Relationship Id="rId58" Type="http://schemas.openxmlformats.org/officeDocument/2006/relationships/tags" Target="../tags/tag244.xml"/><Relationship Id="rId57" Type="http://schemas.openxmlformats.org/officeDocument/2006/relationships/tags" Target="../tags/tag243.xml"/><Relationship Id="rId56" Type="http://schemas.openxmlformats.org/officeDocument/2006/relationships/tags" Target="../tags/tag242.xml"/><Relationship Id="rId55" Type="http://schemas.openxmlformats.org/officeDocument/2006/relationships/image" Target="../media/image17.png"/><Relationship Id="rId54" Type="http://schemas.openxmlformats.org/officeDocument/2006/relationships/tags" Target="../tags/tag241.xml"/><Relationship Id="rId53" Type="http://schemas.openxmlformats.org/officeDocument/2006/relationships/tags" Target="../tags/tag240.xml"/><Relationship Id="rId52" Type="http://schemas.openxmlformats.org/officeDocument/2006/relationships/tags" Target="../tags/tag239.xml"/><Relationship Id="rId51" Type="http://schemas.openxmlformats.org/officeDocument/2006/relationships/tags" Target="../tags/tag238.xml"/><Relationship Id="rId50" Type="http://schemas.openxmlformats.org/officeDocument/2006/relationships/tags" Target="../tags/tag237.xml"/><Relationship Id="rId5" Type="http://schemas.openxmlformats.org/officeDocument/2006/relationships/tags" Target="../tags/tag206.xml"/><Relationship Id="rId49" Type="http://schemas.openxmlformats.org/officeDocument/2006/relationships/tags" Target="../tags/tag236.xml"/><Relationship Id="rId48" Type="http://schemas.openxmlformats.org/officeDocument/2006/relationships/image" Target="../media/image16.png"/><Relationship Id="rId47" Type="http://schemas.openxmlformats.org/officeDocument/2006/relationships/tags" Target="../tags/tag235.xml"/><Relationship Id="rId46" Type="http://schemas.openxmlformats.org/officeDocument/2006/relationships/image" Target="../media/image15.png"/><Relationship Id="rId45" Type="http://schemas.openxmlformats.org/officeDocument/2006/relationships/tags" Target="../tags/tag234.xml"/><Relationship Id="rId44" Type="http://schemas.openxmlformats.org/officeDocument/2006/relationships/tags" Target="../tags/tag233.xml"/><Relationship Id="rId43" Type="http://schemas.openxmlformats.org/officeDocument/2006/relationships/image" Target="../media/image14.png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image" Target="../media/image13.png"/><Relationship Id="rId4" Type="http://schemas.openxmlformats.org/officeDocument/2006/relationships/tags" Target="../tags/tag205.xml"/><Relationship Id="rId39" Type="http://schemas.openxmlformats.org/officeDocument/2006/relationships/tags" Target="../tags/tag230.xml"/><Relationship Id="rId38" Type="http://schemas.openxmlformats.org/officeDocument/2006/relationships/tags" Target="../tags/tag229.xml"/><Relationship Id="rId37" Type="http://schemas.openxmlformats.org/officeDocument/2006/relationships/image" Target="../media/image12.png"/><Relationship Id="rId36" Type="http://schemas.openxmlformats.org/officeDocument/2006/relationships/tags" Target="../tags/tag228.xml"/><Relationship Id="rId35" Type="http://schemas.openxmlformats.org/officeDocument/2006/relationships/tags" Target="../tags/tag227.xml"/><Relationship Id="rId34" Type="http://schemas.openxmlformats.org/officeDocument/2006/relationships/tags" Target="../tags/tag226.xml"/><Relationship Id="rId33" Type="http://schemas.openxmlformats.org/officeDocument/2006/relationships/tags" Target="../tags/tag225.xml"/><Relationship Id="rId32" Type="http://schemas.openxmlformats.org/officeDocument/2006/relationships/image" Target="../media/image11.png"/><Relationship Id="rId31" Type="http://schemas.openxmlformats.org/officeDocument/2006/relationships/tags" Target="../tags/tag224.xml"/><Relationship Id="rId30" Type="http://schemas.openxmlformats.org/officeDocument/2006/relationships/image" Target="../media/image10.png"/><Relationship Id="rId3" Type="http://schemas.openxmlformats.org/officeDocument/2006/relationships/image" Target="../media/image66.svg"/><Relationship Id="rId29" Type="http://schemas.openxmlformats.org/officeDocument/2006/relationships/tags" Target="../tags/tag223.xml"/><Relationship Id="rId28" Type="http://schemas.openxmlformats.org/officeDocument/2006/relationships/tags" Target="../tags/tag222.xml"/><Relationship Id="rId27" Type="http://schemas.openxmlformats.org/officeDocument/2006/relationships/tags" Target="../tags/tag221.xml"/><Relationship Id="rId269" Type="http://schemas.openxmlformats.org/officeDocument/2006/relationships/notesSlide" Target="../notesSlides/notesSlide2.xml"/><Relationship Id="rId268" Type="http://schemas.openxmlformats.org/officeDocument/2006/relationships/slideLayout" Target="../slideLayouts/slideLayout7.xml"/><Relationship Id="rId267" Type="http://schemas.openxmlformats.org/officeDocument/2006/relationships/tags" Target="../tags/tag406.xml"/><Relationship Id="rId266" Type="http://schemas.openxmlformats.org/officeDocument/2006/relationships/tags" Target="../tags/tag405.xml"/><Relationship Id="rId265" Type="http://schemas.openxmlformats.org/officeDocument/2006/relationships/tags" Target="../tags/tag404.xml"/><Relationship Id="rId264" Type="http://schemas.openxmlformats.org/officeDocument/2006/relationships/image" Target="../media/image64.png"/><Relationship Id="rId263" Type="http://schemas.openxmlformats.org/officeDocument/2006/relationships/tags" Target="../tags/tag403.xml"/><Relationship Id="rId262" Type="http://schemas.openxmlformats.org/officeDocument/2006/relationships/image" Target="../media/image63.png"/><Relationship Id="rId261" Type="http://schemas.openxmlformats.org/officeDocument/2006/relationships/tags" Target="../tags/tag402.xml"/><Relationship Id="rId260" Type="http://schemas.openxmlformats.org/officeDocument/2006/relationships/image" Target="../media/image62.png"/><Relationship Id="rId26" Type="http://schemas.openxmlformats.org/officeDocument/2006/relationships/tags" Target="../tags/tag220.xml"/><Relationship Id="rId259" Type="http://schemas.openxmlformats.org/officeDocument/2006/relationships/tags" Target="../tags/tag401.xml"/><Relationship Id="rId258" Type="http://schemas.openxmlformats.org/officeDocument/2006/relationships/image" Target="../media/image61.png"/><Relationship Id="rId257" Type="http://schemas.openxmlformats.org/officeDocument/2006/relationships/tags" Target="../tags/tag400.xml"/><Relationship Id="rId256" Type="http://schemas.openxmlformats.org/officeDocument/2006/relationships/image" Target="../media/image60.png"/><Relationship Id="rId255" Type="http://schemas.openxmlformats.org/officeDocument/2006/relationships/tags" Target="../tags/tag399.xml"/><Relationship Id="rId254" Type="http://schemas.openxmlformats.org/officeDocument/2006/relationships/tags" Target="../tags/tag398.xml"/><Relationship Id="rId253" Type="http://schemas.openxmlformats.org/officeDocument/2006/relationships/tags" Target="../tags/tag397.xml"/><Relationship Id="rId252" Type="http://schemas.openxmlformats.org/officeDocument/2006/relationships/image" Target="../media/image59.png"/><Relationship Id="rId251" Type="http://schemas.openxmlformats.org/officeDocument/2006/relationships/tags" Target="../tags/tag396.xml"/><Relationship Id="rId250" Type="http://schemas.openxmlformats.org/officeDocument/2006/relationships/tags" Target="../tags/tag395.xml"/><Relationship Id="rId25" Type="http://schemas.openxmlformats.org/officeDocument/2006/relationships/tags" Target="../tags/tag219.xml"/><Relationship Id="rId249" Type="http://schemas.openxmlformats.org/officeDocument/2006/relationships/tags" Target="../tags/tag394.xml"/><Relationship Id="rId248" Type="http://schemas.openxmlformats.org/officeDocument/2006/relationships/tags" Target="../tags/tag393.xml"/><Relationship Id="rId247" Type="http://schemas.openxmlformats.org/officeDocument/2006/relationships/tags" Target="../tags/tag392.xml"/><Relationship Id="rId246" Type="http://schemas.openxmlformats.org/officeDocument/2006/relationships/image" Target="../media/image58.png"/><Relationship Id="rId245" Type="http://schemas.openxmlformats.org/officeDocument/2006/relationships/tags" Target="../tags/tag391.xml"/><Relationship Id="rId244" Type="http://schemas.openxmlformats.org/officeDocument/2006/relationships/tags" Target="../tags/tag390.xml"/><Relationship Id="rId243" Type="http://schemas.openxmlformats.org/officeDocument/2006/relationships/tags" Target="../tags/tag389.xml"/><Relationship Id="rId242" Type="http://schemas.openxmlformats.org/officeDocument/2006/relationships/image" Target="../media/image57.png"/><Relationship Id="rId241" Type="http://schemas.openxmlformats.org/officeDocument/2006/relationships/tags" Target="../tags/tag388.xml"/><Relationship Id="rId240" Type="http://schemas.openxmlformats.org/officeDocument/2006/relationships/tags" Target="../tags/tag387.xml"/><Relationship Id="rId24" Type="http://schemas.openxmlformats.org/officeDocument/2006/relationships/tags" Target="../tags/tag218.xml"/><Relationship Id="rId239" Type="http://schemas.openxmlformats.org/officeDocument/2006/relationships/tags" Target="../tags/tag386.xml"/><Relationship Id="rId238" Type="http://schemas.openxmlformats.org/officeDocument/2006/relationships/tags" Target="../tags/tag385.xml"/><Relationship Id="rId237" Type="http://schemas.openxmlformats.org/officeDocument/2006/relationships/tags" Target="../tags/tag384.xml"/><Relationship Id="rId236" Type="http://schemas.openxmlformats.org/officeDocument/2006/relationships/tags" Target="../tags/tag383.xml"/><Relationship Id="rId235" Type="http://schemas.openxmlformats.org/officeDocument/2006/relationships/tags" Target="../tags/tag382.xml"/><Relationship Id="rId234" Type="http://schemas.openxmlformats.org/officeDocument/2006/relationships/image" Target="../media/image56.png"/><Relationship Id="rId233" Type="http://schemas.openxmlformats.org/officeDocument/2006/relationships/tags" Target="../tags/tag381.xml"/><Relationship Id="rId232" Type="http://schemas.openxmlformats.org/officeDocument/2006/relationships/image" Target="../media/image55.png"/><Relationship Id="rId231" Type="http://schemas.openxmlformats.org/officeDocument/2006/relationships/tags" Target="../tags/tag380.xml"/><Relationship Id="rId230" Type="http://schemas.openxmlformats.org/officeDocument/2006/relationships/tags" Target="../tags/tag379.xml"/><Relationship Id="rId23" Type="http://schemas.openxmlformats.org/officeDocument/2006/relationships/image" Target="../media/image9.png"/><Relationship Id="rId229" Type="http://schemas.openxmlformats.org/officeDocument/2006/relationships/tags" Target="../tags/tag378.xml"/><Relationship Id="rId228" Type="http://schemas.openxmlformats.org/officeDocument/2006/relationships/tags" Target="../tags/tag377.xml"/><Relationship Id="rId227" Type="http://schemas.openxmlformats.org/officeDocument/2006/relationships/tags" Target="../tags/tag376.xml"/><Relationship Id="rId226" Type="http://schemas.openxmlformats.org/officeDocument/2006/relationships/tags" Target="../tags/tag375.xml"/><Relationship Id="rId225" Type="http://schemas.openxmlformats.org/officeDocument/2006/relationships/image" Target="../media/image54.png"/><Relationship Id="rId224" Type="http://schemas.openxmlformats.org/officeDocument/2006/relationships/tags" Target="../tags/tag374.xml"/><Relationship Id="rId223" Type="http://schemas.openxmlformats.org/officeDocument/2006/relationships/image" Target="../media/image53.png"/><Relationship Id="rId222" Type="http://schemas.openxmlformats.org/officeDocument/2006/relationships/tags" Target="../tags/tag373.xml"/><Relationship Id="rId221" Type="http://schemas.openxmlformats.org/officeDocument/2006/relationships/tags" Target="../tags/tag372.xml"/><Relationship Id="rId220" Type="http://schemas.openxmlformats.org/officeDocument/2006/relationships/image" Target="../media/image52.png"/><Relationship Id="rId22" Type="http://schemas.openxmlformats.org/officeDocument/2006/relationships/tags" Target="../tags/tag217.xml"/><Relationship Id="rId219" Type="http://schemas.openxmlformats.org/officeDocument/2006/relationships/tags" Target="../tags/tag371.xml"/><Relationship Id="rId218" Type="http://schemas.openxmlformats.org/officeDocument/2006/relationships/tags" Target="../tags/tag370.xml"/><Relationship Id="rId217" Type="http://schemas.openxmlformats.org/officeDocument/2006/relationships/tags" Target="../tags/tag369.xml"/><Relationship Id="rId216" Type="http://schemas.openxmlformats.org/officeDocument/2006/relationships/tags" Target="../tags/tag368.xml"/><Relationship Id="rId215" Type="http://schemas.openxmlformats.org/officeDocument/2006/relationships/tags" Target="../tags/tag367.xml"/><Relationship Id="rId214" Type="http://schemas.openxmlformats.org/officeDocument/2006/relationships/tags" Target="../tags/tag366.xml"/><Relationship Id="rId213" Type="http://schemas.openxmlformats.org/officeDocument/2006/relationships/tags" Target="../tags/tag365.xml"/><Relationship Id="rId212" Type="http://schemas.openxmlformats.org/officeDocument/2006/relationships/tags" Target="../tags/tag364.xml"/><Relationship Id="rId211" Type="http://schemas.openxmlformats.org/officeDocument/2006/relationships/tags" Target="../tags/tag363.xml"/><Relationship Id="rId210" Type="http://schemas.openxmlformats.org/officeDocument/2006/relationships/tags" Target="../tags/tag362.xml"/><Relationship Id="rId21" Type="http://schemas.openxmlformats.org/officeDocument/2006/relationships/image" Target="../media/image8.png"/><Relationship Id="rId209" Type="http://schemas.openxmlformats.org/officeDocument/2006/relationships/tags" Target="../tags/tag361.xml"/><Relationship Id="rId208" Type="http://schemas.openxmlformats.org/officeDocument/2006/relationships/tags" Target="../tags/tag360.xml"/><Relationship Id="rId207" Type="http://schemas.openxmlformats.org/officeDocument/2006/relationships/tags" Target="../tags/tag359.xml"/><Relationship Id="rId206" Type="http://schemas.openxmlformats.org/officeDocument/2006/relationships/image" Target="../media/image51.png"/><Relationship Id="rId205" Type="http://schemas.openxmlformats.org/officeDocument/2006/relationships/tags" Target="../tags/tag358.xml"/><Relationship Id="rId204" Type="http://schemas.openxmlformats.org/officeDocument/2006/relationships/image" Target="../media/image50.png"/><Relationship Id="rId203" Type="http://schemas.openxmlformats.org/officeDocument/2006/relationships/tags" Target="../tags/tag357.xml"/><Relationship Id="rId202" Type="http://schemas.openxmlformats.org/officeDocument/2006/relationships/image" Target="../media/image49.png"/><Relationship Id="rId201" Type="http://schemas.openxmlformats.org/officeDocument/2006/relationships/tags" Target="../tags/tag356.xml"/><Relationship Id="rId200" Type="http://schemas.openxmlformats.org/officeDocument/2006/relationships/image" Target="../media/image48.png"/><Relationship Id="rId20" Type="http://schemas.openxmlformats.org/officeDocument/2006/relationships/tags" Target="../tags/tag216.xml"/><Relationship Id="rId2" Type="http://schemas.openxmlformats.org/officeDocument/2006/relationships/image" Target="../media/image65.png"/><Relationship Id="rId199" Type="http://schemas.openxmlformats.org/officeDocument/2006/relationships/tags" Target="../tags/tag355.xml"/><Relationship Id="rId198" Type="http://schemas.openxmlformats.org/officeDocument/2006/relationships/tags" Target="../tags/tag354.xml"/><Relationship Id="rId197" Type="http://schemas.openxmlformats.org/officeDocument/2006/relationships/tags" Target="../tags/tag353.xml"/><Relationship Id="rId196" Type="http://schemas.openxmlformats.org/officeDocument/2006/relationships/tags" Target="../tags/tag352.xml"/><Relationship Id="rId195" Type="http://schemas.openxmlformats.org/officeDocument/2006/relationships/tags" Target="../tags/tag351.xml"/><Relationship Id="rId194" Type="http://schemas.openxmlformats.org/officeDocument/2006/relationships/tags" Target="../tags/tag350.xml"/><Relationship Id="rId193" Type="http://schemas.openxmlformats.org/officeDocument/2006/relationships/image" Target="../media/image47.png"/><Relationship Id="rId192" Type="http://schemas.openxmlformats.org/officeDocument/2006/relationships/tags" Target="../tags/tag349.xml"/><Relationship Id="rId191" Type="http://schemas.openxmlformats.org/officeDocument/2006/relationships/image" Target="../media/image46.png"/><Relationship Id="rId190" Type="http://schemas.openxmlformats.org/officeDocument/2006/relationships/tags" Target="../tags/tag348.xml"/><Relationship Id="rId19" Type="http://schemas.openxmlformats.org/officeDocument/2006/relationships/image" Target="../media/image7.png"/><Relationship Id="rId189" Type="http://schemas.openxmlformats.org/officeDocument/2006/relationships/tags" Target="../tags/tag347.xml"/><Relationship Id="rId188" Type="http://schemas.openxmlformats.org/officeDocument/2006/relationships/tags" Target="../tags/tag346.xml"/><Relationship Id="rId187" Type="http://schemas.openxmlformats.org/officeDocument/2006/relationships/tags" Target="../tags/tag345.xml"/><Relationship Id="rId186" Type="http://schemas.openxmlformats.org/officeDocument/2006/relationships/tags" Target="../tags/tag344.xml"/><Relationship Id="rId185" Type="http://schemas.openxmlformats.org/officeDocument/2006/relationships/tags" Target="../tags/tag343.xml"/><Relationship Id="rId184" Type="http://schemas.openxmlformats.org/officeDocument/2006/relationships/tags" Target="../tags/tag342.xml"/><Relationship Id="rId183" Type="http://schemas.openxmlformats.org/officeDocument/2006/relationships/tags" Target="../tags/tag341.xml"/><Relationship Id="rId182" Type="http://schemas.openxmlformats.org/officeDocument/2006/relationships/tags" Target="../tags/tag340.xml"/><Relationship Id="rId181" Type="http://schemas.openxmlformats.org/officeDocument/2006/relationships/tags" Target="../tags/tag339.xml"/><Relationship Id="rId180" Type="http://schemas.openxmlformats.org/officeDocument/2006/relationships/tags" Target="../tags/tag338.xml"/><Relationship Id="rId18" Type="http://schemas.openxmlformats.org/officeDocument/2006/relationships/tags" Target="../tags/tag215.xml"/><Relationship Id="rId179" Type="http://schemas.openxmlformats.org/officeDocument/2006/relationships/tags" Target="../tags/tag337.xml"/><Relationship Id="rId178" Type="http://schemas.openxmlformats.org/officeDocument/2006/relationships/tags" Target="../tags/tag336.xml"/><Relationship Id="rId177" Type="http://schemas.openxmlformats.org/officeDocument/2006/relationships/tags" Target="../tags/tag335.xml"/><Relationship Id="rId176" Type="http://schemas.openxmlformats.org/officeDocument/2006/relationships/image" Target="../media/image45.png"/><Relationship Id="rId175" Type="http://schemas.openxmlformats.org/officeDocument/2006/relationships/tags" Target="../tags/tag334.xml"/><Relationship Id="rId174" Type="http://schemas.openxmlformats.org/officeDocument/2006/relationships/tags" Target="../tags/tag333.xml"/><Relationship Id="rId173" Type="http://schemas.openxmlformats.org/officeDocument/2006/relationships/tags" Target="../tags/tag332.xml"/><Relationship Id="rId172" Type="http://schemas.openxmlformats.org/officeDocument/2006/relationships/tags" Target="../tags/tag331.xml"/><Relationship Id="rId171" Type="http://schemas.openxmlformats.org/officeDocument/2006/relationships/tags" Target="../tags/tag330.xml"/><Relationship Id="rId170" Type="http://schemas.openxmlformats.org/officeDocument/2006/relationships/tags" Target="../tags/tag329.xml"/><Relationship Id="rId17" Type="http://schemas.openxmlformats.org/officeDocument/2006/relationships/image" Target="../media/image6.png"/><Relationship Id="rId169" Type="http://schemas.openxmlformats.org/officeDocument/2006/relationships/tags" Target="../tags/tag328.xml"/><Relationship Id="rId168" Type="http://schemas.openxmlformats.org/officeDocument/2006/relationships/image" Target="../media/image44.png"/><Relationship Id="rId167" Type="http://schemas.openxmlformats.org/officeDocument/2006/relationships/tags" Target="../tags/tag327.xml"/><Relationship Id="rId166" Type="http://schemas.openxmlformats.org/officeDocument/2006/relationships/image" Target="../media/image43.png"/><Relationship Id="rId165" Type="http://schemas.openxmlformats.org/officeDocument/2006/relationships/tags" Target="../tags/tag326.xml"/><Relationship Id="rId164" Type="http://schemas.openxmlformats.org/officeDocument/2006/relationships/tags" Target="../tags/tag325.xml"/><Relationship Id="rId163" Type="http://schemas.openxmlformats.org/officeDocument/2006/relationships/tags" Target="../tags/tag324.xml"/><Relationship Id="rId162" Type="http://schemas.openxmlformats.org/officeDocument/2006/relationships/tags" Target="../tags/tag323.xml"/><Relationship Id="rId161" Type="http://schemas.openxmlformats.org/officeDocument/2006/relationships/image" Target="../media/image42.png"/><Relationship Id="rId160" Type="http://schemas.openxmlformats.org/officeDocument/2006/relationships/tags" Target="../tags/tag322.xml"/><Relationship Id="rId16" Type="http://schemas.openxmlformats.org/officeDocument/2006/relationships/tags" Target="../tags/tag214.xml"/><Relationship Id="rId159" Type="http://schemas.openxmlformats.org/officeDocument/2006/relationships/image" Target="../media/image41.png"/><Relationship Id="rId158" Type="http://schemas.openxmlformats.org/officeDocument/2006/relationships/tags" Target="../tags/tag321.xml"/><Relationship Id="rId157" Type="http://schemas.openxmlformats.org/officeDocument/2006/relationships/tags" Target="../tags/tag320.xml"/><Relationship Id="rId156" Type="http://schemas.openxmlformats.org/officeDocument/2006/relationships/tags" Target="../tags/tag319.xml"/><Relationship Id="rId155" Type="http://schemas.openxmlformats.org/officeDocument/2006/relationships/tags" Target="../tags/tag318.xml"/><Relationship Id="rId154" Type="http://schemas.openxmlformats.org/officeDocument/2006/relationships/tags" Target="../tags/tag317.xml"/><Relationship Id="rId153" Type="http://schemas.openxmlformats.org/officeDocument/2006/relationships/tags" Target="../tags/tag316.xml"/><Relationship Id="rId152" Type="http://schemas.openxmlformats.org/officeDocument/2006/relationships/image" Target="../media/image40.png"/><Relationship Id="rId151" Type="http://schemas.openxmlformats.org/officeDocument/2006/relationships/tags" Target="../tags/tag315.xml"/><Relationship Id="rId150" Type="http://schemas.openxmlformats.org/officeDocument/2006/relationships/tags" Target="../tags/tag314.xml"/><Relationship Id="rId15" Type="http://schemas.openxmlformats.org/officeDocument/2006/relationships/tags" Target="../tags/tag213.xml"/><Relationship Id="rId149" Type="http://schemas.openxmlformats.org/officeDocument/2006/relationships/image" Target="../media/image39.png"/><Relationship Id="rId148" Type="http://schemas.openxmlformats.org/officeDocument/2006/relationships/tags" Target="../tags/tag313.xml"/><Relationship Id="rId147" Type="http://schemas.openxmlformats.org/officeDocument/2006/relationships/tags" Target="../tags/tag312.xml"/><Relationship Id="rId146" Type="http://schemas.openxmlformats.org/officeDocument/2006/relationships/image" Target="../media/image38.png"/><Relationship Id="rId145" Type="http://schemas.openxmlformats.org/officeDocument/2006/relationships/tags" Target="../tags/tag311.xml"/><Relationship Id="rId144" Type="http://schemas.openxmlformats.org/officeDocument/2006/relationships/tags" Target="../tags/tag310.xml"/><Relationship Id="rId143" Type="http://schemas.openxmlformats.org/officeDocument/2006/relationships/tags" Target="../tags/tag309.xml"/><Relationship Id="rId142" Type="http://schemas.openxmlformats.org/officeDocument/2006/relationships/tags" Target="../tags/tag308.xml"/><Relationship Id="rId141" Type="http://schemas.openxmlformats.org/officeDocument/2006/relationships/tags" Target="../tags/tag307.xml"/><Relationship Id="rId140" Type="http://schemas.openxmlformats.org/officeDocument/2006/relationships/tags" Target="../tags/tag306.xml"/><Relationship Id="rId14" Type="http://schemas.openxmlformats.org/officeDocument/2006/relationships/tags" Target="../tags/tag212.xml"/><Relationship Id="rId139" Type="http://schemas.openxmlformats.org/officeDocument/2006/relationships/tags" Target="../tags/tag305.xml"/><Relationship Id="rId138" Type="http://schemas.openxmlformats.org/officeDocument/2006/relationships/image" Target="../media/image37.png"/><Relationship Id="rId137" Type="http://schemas.openxmlformats.org/officeDocument/2006/relationships/tags" Target="../tags/tag304.xml"/><Relationship Id="rId136" Type="http://schemas.openxmlformats.org/officeDocument/2006/relationships/image" Target="../media/image36.png"/><Relationship Id="rId135" Type="http://schemas.openxmlformats.org/officeDocument/2006/relationships/tags" Target="../tags/tag303.xml"/><Relationship Id="rId134" Type="http://schemas.openxmlformats.org/officeDocument/2006/relationships/image" Target="../media/image35.png"/><Relationship Id="rId133" Type="http://schemas.openxmlformats.org/officeDocument/2006/relationships/tags" Target="../tags/tag302.xml"/><Relationship Id="rId132" Type="http://schemas.openxmlformats.org/officeDocument/2006/relationships/tags" Target="../tags/tag301.xml"/><Relationship Id="rId131" Type="http://schemas.openxmlformats.org/officeDocument/2006/relationships/tags" Target="../tags/tag300.xml"/><Relationship Id="rId130" Type="http://schemas.openxmlformats.org/officeDocument/2006/relationships/tags" Target="../tags/tag299.xml"/><Relationship Id="rId13" Type="http://schemas.openxmlformats.org/officeDocument/2006/relationships/tags" Target="../tags/tag211.xml"/><Relationship Id="rId129" Type="http://schemas.openxmlformats.org/officeDocument/2006/relationships/tags" Target="../tags/tag298.xml"/><Relationship Id="rId128" Type="http://schemas.openxmlformats.org/officeDocument/2006/relationships/image" Target="../media/image34.png"/><Relationship Id="rId127" Type="http://schemas.openxmlformats.org/officeDocument/2006/relationships/tags" Target="../tags/tag297.xml"/><Relationship Id="rId126" Type="http://schemas.openxmlformats.org/officeDocument/2006/relationships/image" Target="../media/image33.png"/><Relationship Id="rId125" Type="http://schemas.openxmlformats.org/officeDocument/2006/relationships/tags" Target="../tags/tag296.xml"/><Relationship Id="rId124" Type="http://schemas.openxmlformats.org/officeDocument/2006/relationships/image" Target="../media/image32.png"/><Relationship Id="rId123" Type="http://schemas.openxmlformats.org/officeDocument/2006/relationships/tags" Target="../tags/tag295.xml"/><Relationship Id="rId122" Type="http://schemas.openxmlformats.org/officeDocument/2006/relationships/tags" Target="../tags/tag294.xml"/><Relationship Id="rId121" Type="http://schemas.openxmlformats.org/officeDocument/2006/relationships/tags" Target="../tags/tag293.xml"/><Relationship Id="rId120" Type="http://schemas.openxmlformats.org/officeDocument/2006/relationships/tags" Target="../tags/tag292.xml"/><Relationship Id="rId12" Type="http://schemas.openxmlformats.org/officeDocument/2006/relationships/tags" Target="../tags/tag210.xml"/><Relationship Id="rId119" Type="http://schemas.openxmlformats.org/officeDocument/2006/relationships/image" Target="../media/image31.png"/><Relationship Id="rId118" Type="http://schemas.openxmlformats.org/officeDocument/2006/relationships/tags" Target="../tags/tag291.xml"/><Relationship Id="rId117" Type="http://schemas.openxmlformats.org/officeDocument/2006/relationships/tags" Target="../tags/tag290.xml"/><Relationship Id="rId116" Type="http://schemas.openxmlformats.org/officeDocument/2006/relationships/tags" Target="../tags/tag289.xml"/><Relationship Id="rId115" Type="http://schemas.openxmlformats.org/officeDocument/2006/relationships/image" Target="../media/image30.png"/><Relationship Id="rId114" Type="http://schemas.openxmlformats.org/officeDocument/2006/relationships/tags" Target="../tags/tag288.xml"/><Relationship Id="rId113" Type="http://schemas.openxmlformats.org/officeDocument/2006/relationships/image" Target="../media/image29.png"/><Relationship Id="rId112" Type="http://schemas.openxmlformats.org/officeDocument/2006/relationships/tags" Target="../tags/tag287.xml"/><Relationship Id="rId111" Type="http://schemas.openxmlformats.org/officeDocument/2006/relationships/tags" Target="../tags/tag286.xml"/><Relationship Id="rId110" Type="http://schemas.openxmlformats.org/officeDocument/2006/relationships/image" Target="../media/image28.png"/><Relationship Id="rId11" Type="http://schemas.openxmlformats.org/officeDocument/2006/relationships/image" Target="../media/image5.png"/><Relationship Id="rId109" Type="http://schemas.openxmlformats.org/officeDocument/2006/relationships/tags" Target="../tags/tag285.xml"/><Relationship Id="rId108" Type="http://schemas.openxmlformats.org/officeDocument/2006/relationships/image" Target="../media/image27.png"/><Relationship Id="rId107" Type="http://schemas.openxmlformats.org/officeDocument/2006/relationships/tags" Target="../tags/tag284.xml"/><Relationship Id="rId106" Type="http://schemas.openxmlformats.org/officeDocument/2006/relationships/tags" Target="../tags/tag283.xml"/><Relationship Id="rId105" Type="http://schemas.openxmlformats.org/officeDocument/2006/relationships/tags" Target="../tags/tag282.xml"/><Relationship Id="rId104" Type="http://schemas.openxmlformats.org/officeDocument/2006/relationships/tags" Target="../tags/tag281.xml"/><Relationship Id="rId103" Type="http://schemas.openxmlformats.org/officeDocument/2006/relationships/tags" Target="../tags/tag280.xml"/><Relationship Id="rId102" Type="http://schemas.openxmlformats.org/officeDocument/2006/relationships/tags" Target="../tags/tag279.xml"/><Relationship Id="rId101" Type="http://schemas.openxmlformats.org/officeDocument/2006/relationships/tags" Target="../tags/tag278.xml"/><Relationship Id="rId100" Type="http://schemas.openxmlformats.org/officeDocument/2006/relationships/image" Target="../media/image26.png"/><Relationship Id="rId10" Type="http://schemas.openxmlformats.org/officeDocument/2006/relationships/tags" Target="../tags/tag209.xml"/><Relationship Id="rId1" Type="http://schemas.openxmlformats.org/officeDocument/2006/relationships/tags" Target="../tags/tag20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tags" Target="../tags/tag40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组合 349"/>
          <p:cNvGrpSpPr/>
          <p:nvPr/>
        </p:nvGrpSpPr>
        <p:grpSpPr>
          <a:xfrm>
            <a:off x="23495" y="101600"/>
            <a:ext cx="12908915" cy="6873240"/>
            <a:chOff x="37" y="160"/>
            <a:chExt cx="20329" cy="10824"/>
          </a:xfrm>
        </p:grpSpPr>
        <p:sp>
          <p:nvSpPr>
            <p:cNvPr id="189" name="圆角矩形 188"/>
            <p:cNvSpPr/>
            <p:nvPr>
              <p:custDataLst>
                <p:tags r:id="rId1"/>
              </p:custDataLst>
            </p:nvPr>
          </p:nvSpPr>
          <p:spPr>
            <a:xfrm>
              <a:off x="11816" y="180"/>
              <a:ext cx="8396" cy="10804"/>
            </a:xfrm>
            <a:prstGeom prst="roundRect">
              <a:avLst>
                <a:gd name="adj" fmla="val 3018"/>
              </a:avLst>
            </a:prstGeom>
            <a:pattFill prst="dashDnDiag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 cmpd="sng">
              <a:solidFill>
                <a:schemeClr val="tx1">
                  <a:alpha val="32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rgbClr val="00B050"/>
                </a:solidFill>
                <a:latin typeface="DejaVu Math TeX Gyre" panose="02000503000000000000" charset="0"/>
                <a:ea typeface="宋体" charset="0"/>
                <a:cs typeface="DejaVu Math TeX Gyre" panose="02000503000000000000" charset="0"/>
              </a:endParaRPr>
            </a:p>
          </p:txBody>
        </p:sp>
        <p:sp>
          <p:nvSpPr>
            <p:cNvPr id="169" name="圆角矩形 168"/>
            <p:cNvSpPr/>
            <p:nvPr/>
          </p:nvSpPr>
          <p:spPr>
            <a:xfrm>
              <a:off x="311" y="172"/>
              <a:ext cx="11375" cy="10812"/>
            </a:xfrm>
            <a:prstGeom prst="roundRect">
              <a:avLst>
                <a:gd name="adj" fmla="val 3018"/>
              </a:avLst>
            </a:prstGeom>
            <a:pattFill prst="ltUpDiag">
              <a:fgClr>
                <a:schemeClr val="tx2">
                  <a:lumMod val="10000"/>
                  <a:lumOff val="90000"/>
                </a:schemeClr>
              </a:fgClr>
              <a:bgClr>
                <a:schemeClr val="bg1"/>
              </a:bgClr>
            </a:pattFill>
            <a:ln w="12700" cmpd="sng">
              <a:solidFill>
                <a:schemeClr val="accent1">
                  <a:shade val="50000"/>
                  <a:alpha val="32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46" name="肘形连接符 45"/>
            <p:cNvCxnSpPr>
              <a:stCxn id="17" idx="3"/>
              <a:endCxn id="40" idx="0"/>
            </p:cNvCxnSpPr>
            <p:nvPr/>
          </p:nvCxnSpPr>
          <p:spPr>
            <a:xfrm>
              <a:off x="5441" y="1411"/>
              <a:ext cx="373" cy="2676"/>
            </a:xfrm>
            <a:prstGeom prst="bentConnector2">
              <a:avLst/>
            </a:prstGeom>
            <a:ln w="25400" cmpd="sng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" name="组合 11"/>
            <p:cNvGrpSpPr/>
            <p:nvPr/>
          </p:nvGrpSpPr>
          <p:grpSpPr>
            <a:xfrm>
              <a:off x="1512" y="1374"/>
              <a:ext cx="906" cy="2562"/>
              <a:chOff x="999" y="1715"/>
              <a:chExt cx="906" cy="2562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999" y="1715"/>
                <a:ext cx="907" cy="2562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8575" cap="flat" cmpd="dbl">
                <a:solidFill>
                  <a:schemeClr val="accent1">
                    <a:shade val="50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4" name="图片 3" descr="21601578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44" y="1835"/>
                <a:ext cx="628" cy="628"/>
              </a:xfrm>
              <a:prstGeom prst="rect">
                <a:avLst/>
              </a:prstGeom>
            </p:spPr>
          </p:pic>
          <p:pic>
            <p:nvPicPr>
              <p:cNvPr id="6" name="图片 5" descr="21601578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44" y="2663"/>
                <a:ext cx="628" cy="628"/>
              </a:xfrm>
              <a:prstGeom prst="rect">
                <a:avLst/>
              </a:prstGeom>
            </p:spPr>
          </p:pic>
          <p:pic>
            <p:nvPicPr>
              <p:cNvPr id="9" name="图片 8" descr="2160157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144" y="3491"/>
                <a:ext cx="628" cy="628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37" y="1996"/>
              <a:ext cx="1774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+mn-ea"/>
                  <a:cs typeface="+mn-ea"/>
                </a:rPr>
                <a:t>B</a:t>
              </a:r>
              <a:r>
                <a:rPr lang="zh-CN" altLang="en-US" sz="1000">
                  <a:latin typeface="+mn-ea"/>
                  <a:cs typeface="+mn-ea"/>
                </a:rPr>
                <a:t>站生态</a:t>
              </a:r>
              <a:endParaRPr lang="zh-CN" altLang="en-US" sz="1000">
                <a:latin typeface="+mn-ea"/>
                <a:cs typeface="+mn-ea"/>
              </a:endParaRPr>
            </a:p>
            <a:p>
              <a:pPr algn="ctr"/>
              <a:r>
                <a:rPr lang="zh-CN" altLang="en-US" sz="1000">
                  <a:latin typeface="+mn-ea"/>
                  <a:cs typeface="+mn-ea"/>
                </a:rPr>
                <a:t>主播行业</a:t>
              </a:r>
              <a:endParaRPr lang="zh-CN" altLang="en-US" sz="1000">
                <a:latin typeface="+mn-ea"/>
                <a:cs typeface="+mn-ea"/>
              </a:endParaRPr>
            </a:p>
            <a:p>
              <a:pPr algn="ctr"/>
              <a:r>
                <a:rPr lang="zh-CN" altLang="en-US" sz="1000">
                  <a:latin typeface="+mn-ea"/>
                  <a:cs typeface="+mn-ea"/>
                </a:rPr>
                <a:t>虚拟财产</a:t>
              </a:r>
              <a:endParaRPr lang="en-US" altLang="zh-CN" sz="1000">
                <a:latin typeface="+mn-ea"/>
                <a:cs typeface="+mn-ea"/>
              </a:endParaRPr>
            </a:p>
            <a:p>
              <a:pPr algn="ctr"/>
              <a:r>
                <a:rPr lang="zh-CN" altLang="en-US" sz="1000">
                  <a:latin typeface="+mn-ea"/>
                  <a:cs typeface="+mn-ea"/>
                </a:rPr>
                <a:t>相关材料</a:t>
              </a:r>
              <a:endParaRPr lang="zh-CN" altLang="en-US" sz="1000">
                <a:latin typeface="+mn-ea"/>
                <a:cs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61" y="4159"/>
              <a:ext cx="20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Times New Roman Bold Italic" panose="02020603050405020304" charset="0"/>
                  <a:cs typeface="Times New Roman Bold Italic" panose="02020603050405020304" charset="0"/>
                </a:rPr>
                <a:t>领域先验知识</a:t>
              </a:r>
              <a:endParaRPr lang="zh-CN" altLang="en-US" sz="1200">
                <a:latin typeface="Times New Roman Bold Italic" panose="02020603050405020304" charset="0"/>
                <a:cs typeface="Times New Roman Bold Italic" panose="02020603050405020304" charset="0"/>
              </a:endParaRPr>
            </a:p>
          </p:txBody>
        </p:sp>
        <p:sp>
          <p:nvSpPr>
            <p:cNvPr id="15" name="立方体 14"/>
            <p:cNvSpPr/>
            <p:nvPr/>
          </p:nvSpPr>
          <p:spPr>
            <a:xfrm>
              <a:off x="3102" y="2140"/>
              <a:ext cx="2438" cy="833"/>
            </a:xfrm>
            <a:prstGeom prst="cube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mpd="thickThin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latin typeface="Comic Sans MS Regular" panose="030F0902030302020204" charset="0"/>
                  <a:cs typeface="Comic Sans MS Regular" panose="030F0902030302020204" charset="0"/>
                </a:rPr>
                <a:t>EasyDataset</a:t>
              </a:r>
              <a:endParaRPr lang="en-US" altLang="zh-CN" sz="1600">
                <a:solidFill>
                  <a:schemeClr val="tx1"/>
                </a:solidFill>
                <a:latin typeface="Comic Sans MS Regular" panose="030F0902030302020204" charset="0"/>
                <a:cs typeface="Comic Sans MS Regular" panose="030F0902030302020204" charset="0"/>
              </a:endParaRPr>
            </a:p>
          </p:txBody>
        </p:sp>
        <p:pic>
          <p:nvPicPr>
            <p:cNvPr id="19" name="图片 18" descr="/Users/suleynan_suir/Library/Containers/com.kingsoft.wpsoffice.mac/Data/tmp/photoeditapp/20260315222559/temp.pngtemp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9698" r="12242"/>
            <a:stretch>
              <a:fillRect/>
            </a:stretch>
          </p:blipFill>
          <p:spPr>
            <a:xfrm>
              <a:off x="3434" y="1154"/>
              <a:ext cx="491" cy="539"/>
            </a:xfrm>
            <a:prstGeom prst="rect">
              <a:avLst/>
            </a:prstGeom>
            <a:ln w="28575" cap="flat" cmpd="dbl">
              <a:solidFill>
                <a:srgbClr val="3B3DE4"/>
              </a:solidFill>
              <a:prstDash val="sysDot"/>
            </a:ln>
          </p:spPr>
        </p:pic>
        <p:grpSp>
          <p:nvGrpSpPr>
            <p:cNvPr id="57" name="组合 56"/>
            <p:cNvGrpSpPr/>
            <p:nvPr/>
          </p:nvGrpSpPr>
          <p:grpSpPr>
            <a:xfrm>
              <a:off x="9537" y="2123"/>
              <a:ext cx="745" cy="772"/>
              <a:chOff x="8538" y="1993"/>
              <a:chExt cx="1170" cy="1220"/>
            </a:xfrm>
          </p:grpSpPr>
          <p:pic>
            <p:nvPicPr>
              <p:cNvPr id="56" name="图片 55" descr="/Users/suleynan_suir/Library/Containers/com.kingsoft.wpsoffice.mac/Data/tmp/photoeditapp/20260315235532/temp.pngtemp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8538" y="1993"/>
                <a:ext cx="1170" cy="1220"/>
              </a:xfrm>
              <a:prstGeom prst="rect">
                <a:avLst/>
              </a:prstGeom>
            </p:spPr>
          </p:pic>
          <p:pic>
            <p:nvPicPr>
              <p:cNvPr id="2" name="图片 1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8788" y="2458"/>
                <a:ext cx="670" cy="670"/>
              </a:xfrm>
              <a:prstGeom prst="rect">
                <a:avLst/>
              </a:prstGeom>
            </p:spPr>
          </p:pic>
        </p:grpSp>
        <p:sp>
          <p:nvSpPr>
            <p:cNvPr id="5" name="文本框 4"/>
            <p:cNvSpPr txBox="1"/>
            <p:nvPr/>
          </p:nvSpPr>
          <p:spPr>
            <a:xfrm>
              <a:off x="2800" y="684"/>
              <a:ext cx="1775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000" b="1">
                  <a:latin typeface="Times New Roman Bold" panose="02020603050405020304" charset="0"/>
                  <a:cs typeface="Times New Roman Bold" panose="02020603050405020304" charset="0"/>
                </a:rPr>
                <a:t>多模态</a:t>
              </a:r>
              <a:endParaRPr lang="zh-CN" altLang="en-US" sz="1000" b="1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2"/>
              </p:custDataLst>
            </p:nvPr>
          </p:nvSpPr>
          <p:spPr>
            <a:xfrm>
              <a:off x="4323" y="684"/>
              <a:ext cx="1775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000" b="1">
                  <a:latin typeface="Times New Roman Bold" panose="02020603050405020304" charset="0"/>
                  <a:cs typeface="Times New Roman Bold" panose="02020603050405020304" charset="0"/>
                </a:rPr>
                <a:t>深度推理</a:t>
              </a:r>
              <a:endParaRPr lang="zh-CN" altLang="en-US" sz="1000" b="1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pic>
          <p:nvPicPr>
            <p:cNvPr id="17" name="图片 16" descr="/Users/suleynan_suir/Library/Containers/com.kingsoft.wpsoffice.mac/Data/tmp/photoeditapp/20260315222559/temp.pngtemp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7"/>
            <a:srcRect l="9698" r="12242"/>
            <a:stretch>
              <a:fillRect/>
            </a:stretch>
          </p:blipFill>
          <p:spPr>
            <a:xfrm>
              <a:off x="4950" y="1141"/>
              <a:ext cx="491" cy="539"/>
            </a:xfrm>
            <a:prstGeom prst="rect">
              <a:avLst/>
            </a:prstGeom>
            <a:ln w="28575" cap="flat" cmpd="dbl">
              <a:solidFill>
                <a:srgbClr val="FF0000"/>
              </a:solidFill>
              <a:prstDash val="sysDot"/>
            </a:ln>
          </p:spPr>
        </p:pic>
        <p:cxnSp>
          <p:nvCxnSpPr>
            <p:cNvPr id="20" name="肘形连接符 19"/>
            <p:cNvCxnSpPr>
              <a:stCxn id="19" idx="2"/>
              <a:endCxn id="15" idx="0"/>
            </p:cNvCxnSpPr>
            <p:nvPr/>
          </p:nvCxnSpPr>
          <p:spPr>
            <a:xfrm rot="5400000" flipV="1">
              <a:off x="3830" y="1544"/>
              <a:ext cx="446" cy="745"/>
            </a:xfrm>
            <a:prstGeom prst="bentConnector3">
              <a:avLst>
                <a:gd name="adj1" fmla="val 49888"/>
              </a:avLst>
            </a:prstGeom>
            <a:ln w="25400" cmpd="sng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17" idx="2"/>
              <a:endCxn id="15" idx="0"/>
            </p:cNvCxnSpPr>
            <p:nvPr>
              <p:custDataLst>
                <p:tags r:id="rId14"/>
              </p:custDataLst>
            </p:nvPr>
          </p:nvCxnSpPr>
          <p:spPr>
            <a:xfrm rot="5400000">
              <a:off x="4581" y="1525"/>
              <a:ext cx="459" cy="770"/>
            </a:xfrm>
            <a:prstGeom prst="bentConnector3">
              <a:avLst>
                <a:gd name="adj1" fmla="val 50000"/>
              </a:avLst>
            </a:prstGeom>
            <a:ln w="25400" cmpd="sng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>
              <p:custDataLst>
                <p:tags r:id="rId15"/>
              </p:custDataLst>
            </p:nvPr>
          </p:nvSpPr>
          <p:spPr>
            <a:xfrm>
              <a:off x="2482" y="1033"/>
              <a:ext cx="90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1000" i="1">
                  <a:latin typeface="Times New Roman Italic" panose="02020603050405020304" charset="0"/>
                  <a:cs typeface="Times New Roman Italic" panose="02020603050405020304" charset="0"/>
                </a:rPr>
                <a:t>text</a:t>
              </a:r>
              <a:endParaRPr lang="en-US" altLang="zh-CN" sz="1000" i="1">
                <a:latin typeface="Times New Roman Italic" panose="02020603050405020304" charset="0"/>
                <a:cs typeface="Times New Roman Italic" panose="02020603050405020304" charset="0"/>
              </a:endParaRPr>
            </a:p>
            <a:p>
              <a:pPr algn="r"/>
              <a:r>
                <a:rPr lang="en-US" altLang="zh-CN" sz="1000" i="1">
                  <a:latin typeface="Times New Roman Italic" panose="02020603050405020304" charset="0"/>
                  <a:cs typeface="Times New Roman Italic" panose="02020603050405020304" charset="0"/>
                </a:rPr>
                <a:t>voice</a:t>
              </a:r>
              <a:endParaRPr lang="en-US" altLang="zh-CN" sz="1000" i="1">
                <a:latin typeface="Times New Roman Italic" panose="02020603050405020304" charset="0"/>
                <a:cs typeface="Times New Roman Italic" panose="02020603050405020304" charset="0"/>
              </a:endParaRPr>
            </a:p>
            <a:p>
              <a:pPr algn="r"/>
              <a:r>
                <a:rPr lang="en-US" altLang="zh-CN" sz="1000" i="1">
                  <a:latin typeface="Times New Roman Italic" panose="02020603050405020304" charset="0"/>
                  <a:cs typeface="Times New Roman Italic" panose="02020603050405020304" charset="0"/>
                </a:rPr>
                <a:t>image</a:t>
              </a:r>
              <a:endParaRPr lang="en-US" altLang="zh-CN" sz="1000" i="1">
                <a:latin typeface="Times New Roman Italic" panose="02020603050405020304" charset="0"/>
                <a:cs typeface="Times New Roman Italic" panose="0202060305040502030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3699" y="160"/>
              <a:ext cx="1648" cy="670"/>
              <a:chOff x="5904" y="763"/>
              <a:chExt cx="2056" cy="855"/>
            </a:xfrm>
          </p:grpSpPr>
          <p:pic>
            <p:nvPicPr>
              <p:cNvPr id="26" name="图片 25" descr="/Users/suleynan_suir/Library/Containers/com.kingsoft.wpsoffice.mac/Data/tmp/photoeditapp/20260315223909/temp.pngtemp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17"/>
              <a:srcRect l="24971" r="23638"/>
              <a:stretch>
                <a:fillRect/>
              </a:stretch>
            </p:blipFill>
            <p:spPr>
              <a:xfrm>
                <a:off x="5904" y="921"/>
                <a:ext cx="444" cy="539"/>
              </a:xfrm>
              <a:prstGeom prst="rect">
                <a:avLst/>
              </a:prstGeom>
            </p:spPr>
          </p:pic>
          <p:pic>
            <p:nvPicPr>
              <p:cNvPr id="27" name="图片 26" descr="/Users/suleynan_suir/Library/Containers/com.kingsoft.wpsoffice.mac/Data/tmp/photoeditapp/20260315224012/temp.pngtemp"/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 r:embed="rId19"/>
              <a:stretch>
                <a:fillRect/>
              </a:stretch>
            </p:blipFill>
            <p:spPr>
              <a:xfrm>
                <a:off x="6204" y="763"/>
                <a:ext cx="855" cy="855"/>
              </a:xfrm>
              <a:prstGeom prst="rect">
                <a:avLst/>
              </a:prstGeom>
            </p:spPr>
          </p:pic>
          <p:pic>
            <p:nvPicPr>
              <p:cNvPr id="28" name="图片 27" descr="/Users/suleynan_suir/Library/Containers/com.kingsoft.wpsoffice.mac/Data/tmp/photoeditapp/20260315224110/temp.pngtemp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>
              <a:blip r:embed="rId21"/>
              <a:stretch>
                <a:fillRect/>
              </a:stretch>
            </p:blipFill>
            <p:spPr>
              <a:xfrm>
                <a:off x="6794" y="858"/>
                <a:ext cx="627" cy="627"/>
              </a:xfrm>
              <a:prstGeom prst="rect">
                <a:avLst/>
              </a:prstGeom>
            </p:spPr>
          </p:pic>
          <p:pic>
            <p:nvPicPr>
              <p:cNvPr id="29" name="图片 28" descr="/Users/suleynan_suir/Library/Containers/com.kingsoft.wpsoffice.mac/Data/tmp/photoeditapp/20260315224237/temp.pngtemp"/>
              <p:cNvPicPr>
                <a:picLocks noChangeAspect="1"/>
              </p:cNvPicPr>
              <p:nvPr>
                <p:custDataLst>
                  <p:tags r:id="rId22"/>
                </p:custDataLst>
              </p:nvPr>
            </p:nvPicPr>
            <p:blipFill>
              <a:blip r:embed="rId23"/>
              <a:stretch>
                <a:fillRect/>
              </a:stretch>
            </p:blipFill>
            <p:spPr>
              <a:xfrm>
                <a:off x="7421" y="880"/>
                <a:ext cx="539" cy="539"/>
              </a:xfrm>
              <a:prstGeom prst="rect">
                <a:avLst/>
              </a:prstGeom>
            </p:spPr>
          </p:pic>
        </p:grpSp>
        <p:grpSp>
          <p:nvGrpSpPr>
            <p:cNvPr id="31" name="组合 30"/>
            <p:cNvGrpSpPr/>
            <p:nvPr/>
          </p:nvGrpSpPr>
          <p:grpSpPr>
            <a:xfrm>
              <a:off x="10402" y="1279"/>
              <a:ext cx="1282" cy="3261"/>
              <a:chOff x="5677" y="921"/>
              <a:chExt cx="854" cy="2141"/>
            </a:xfrm>
          </p:grpSpPr>
          <p:pic>
            <p:nvPicPr>
              <p:cNvPr id="32" name="图片 31" descr="/Users/suleynan_suir/Library/Containers/com.kingsoft.wpsoffice.mac/Data/tmp/photoeditapp/20260315223909/temp.pngtemp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>
              <a:blip r:embed="rId17"/>
              <a:srcRect l="24971" r="23638"/>
              <a:stretch>
                <a:fillRect/>
              </a:stretch>
            </p:blipFill>
            <p:spPr>
              <a:xfrm>
                <a:off x="5904" y="921"/>
                <a:ext cx="444" cy="539"/>
              </a:xfrm>
              <a:prstGeom prst="rect">
                <a:avLst/>
              </a:prstGeom>
            </p:spPr>
          </p:pic>
          <p:pic>
            <p:nvPicPr>
              <p:cNvPr id="33" name="图片 32" descr="/Users/suleynan_suir/Library/Containers/com.kingsoft.wpsoffice.mac/Data/tmp/photoeditapp/20260315224012/temp.pngtemp"/>
              <p:cNvPicPr>
                <a:picLocks noChangeAspect="1"/>
              </p:cNvPicPr>
              <p:nvPr>
                <p:custDataLst>
                  <p:tags r:id="rId25"/>
                </p:custDataLst>
              </p:nvPr>
            </p:nvPicPr>
            <p:blipFill>
              <a:blip r:embed="rId19"/>
              <a:stretch>
                <a:fillRect/>
              </a:stretch>
            </p:blipFill>
            <p:spPr>
              <a:xfrm>
                <a:off x="5677" y="1300"/>
                <a:ext cx="855" cy="855"/>
              </a:xfrm>
              <a:prstGeom prst="rect">
                <a:avLst/>
              </a:prstGeom>
            </p:spPr>
          </p:pic>
          <p:pic>
            <p:nvPicPr>
              <p:cNvPr id="34" name="图片 33" descr="/Users/suleynan_suir/Library/Containers/com.kingsoft.wpsoffice.mac/Data/tmp/photoeditapp/20260315224110/temp.pngtemp"/>
              <p:cNvPicPr>
                <a:picLocks noChangeAspect="1"/>
              </p:cNvPicPr>
              <p:nvPr>
                <p:custDataLst>
                  <p:tags r:id="rId26"/>
                </p:custDataLst>
              </p:nvPr>
            </p:nvPicPr>
            <p:blipFill>
              <a:blip r:embed="rId21"/>
              <a:stretch>
                <a:fillRect/>
              </a:stretch>
            </p:blipFill>
            <p:spPr>
              <a:xfrm>
                <a:off x="5781" y="1963"/>
                <a:ext cx="627" cy="627"/>
              </a:xfrm>
              <a:prstGeom prst="rect">
                <a:avLst/>
              </a:prstGeom>
            </p:spPr>
          </p:pic>
          <p:pic>
            <p:nvPicPr>
              <p:cNvPr id="35" name="图片 34" descr="/Users/suleynan_suir/Library/Containers/com.kingsoft.wpsoffice.mac/Data/tmp/photoeditapp/20260315224237/temp.pngtemp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23"/>
              <a:stretch>
                <a:fillRect/>
              </a:stretch>
            </p:blipFill>
            <p:spPr>
              <a:xfrm>
                <a:off x="5869" y="2524"/>
                <a:ext cx="539" cy="539"/>
              </a:xfrm>
              <a:prstGeom prst="rect">
                <a:avLst/>
              </a:prstGeom>
            </p:spPr>
          </p:pic>
        </p:grpSp>
        <p:grpSp>
          <p:nvGrpSpPr>
            <p:cNvPr id="39" name="组合 38"/>
            <p:cNvGrpSpPr/>
            <p:nvPr/>
          </p:nvGrpSpPr>
          <p:grpSpPr>
            <a:xfrm>
              <a:off x="6375" y="2134"/>
              <a:ext cx="2081" cy="834"/>
              <a:chOff x="5873" y="5149"/>
              <a:chExt cx="3458" cy="954"/>
            </a:xfrm>
          </p:grpSpPr>
          <p:sp>
            <p:nvSpPr>
              <p:cNvPr id="37" name="立方体 36"/>
              <p:cNvSpPr/>
              <p:nvPr>
                <p:custDataLst>
                  <p:tags r:id="rId28"/>
                </p:custDataLst>
              </p:nvPr>
            </p:nvSpPr>
            <p:spPr>
              <a:xfrm>
                <a:off x="5873" y="5149"/>
                <a:ext cx="3459" cy="955"/>
              </a:xfrm>
              <a:prstGeom prst="cub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mpd="thickThin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 i="1">
                  <a:solidFill>
                    <a:schemeClr val="tx1"/>
                  </a:solidFill>
                  <a:latin typeface="Times New Roman Bold Italic" panose="02020603050405020304" charset="0"/>
                  <a:cs typeface="Times New Roman Bold Italic" panose="02020603050405020304" charset="0"/>
                </a:endParaRPr>
              </a:p>
            </p:txBody>
          </p:sp>
          <p:pic>
            <p:nvPicPr>
              <p:cNvPr id="38" name="图片 37" descr="/Users/suleynan_suir/Library/Containers/com.kingsoft.wpsoffice.mac/Data/tmp/photoeditapp/20260315224646/temp.pngtemp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30"/>
              <a:stretch>
                <a:fillRect/>
              </a:stretch>
            </p:blipFill>
            <p:spPr>
              <a:xfrm>
                <a:off x="5959" y="5400"/>
                <a:ext cx="3089" cy="661"/>
              </a:xfrm>
              <a:prstGeom prst="rect">
                <a:avLst/>
              </a:prstGeom>
            </p:spPr>
          </p:pic>
        </p:grpSp>
        <p:pic>
          <p:nvPicPr>
            <p:cNvPr id="40" name="图片 39" descr="/Users/suleynan_suir/Library/Containers/com.kingsoft.wpsoffice.mac/Data/tmp/photoeditapp/20260315225136/temp.pngtemp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2"/>
            <a:stretch>
              <a:fillRect/>
            </a:stretch>
          </p:blipFill>
          <p:spPr>
            <a:xfrm>
              <a:off x="5529" y="4088"/>
              <a:ext cx="570" cy="570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3708" y="4192"/>
              <a:ext cx="1171" cy="3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2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强相关</a:t>
              </a:r>
              <a:endParaRPr lang="zh-CN" altLang="en-US" sz="12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cxnSp>
          <p:nvCxnSpPr>
            <p:cNvPr id="43" name="直接箭头连接符 42"/>
            <p:cNvCxnSpPr>
              <a:stCxn id="14" idx="3"/>
              <a:endCxn id="42" idx="1"/>
            </p:cNvCxnSpPr>
            <p:nvPr/>
          </p:nvCxnSpPr>
          <p:spPr>
            <a:xfrm flipV="1">
              <a:off x="3042" y="4372"/>
              <a:ext cx="666" cy="4"/>
            </a:xfrm>
            <a:prstGeom prst="straightConnector1">
              <a:avLst/>
            </a:prstGeom>
            <a:ln w="25400" cmpd="sng">
              <a:solidFill>
                <a:schemeClr val="tx1"/>
              </a:solidFill>
              <a:prstDash val="sysDot"/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42" idx="3"/>
              <a:endCxn id="40" idx="1"/>
            </p:cNvCxnSpPr>
            <p:nvPr>
              <p:custDataLst>
                <p:tags r:id="rId33"/>
              </p:custDataLst>
            </p:nvPr>
          </p:nvCxnSpPr>
          <p:spPr>
            <a:xfrm>
              <a:off x="4879" y="4372"/>
              <a:ext cx="650" cy="1"/>
            </a:xfrm>
            <a:prstGeom prst="straightConnector1">
              <a:avLst/>
            </a:prstGeom>
            <a:ln w="25400" cmpd="sng">
              <a:solidFill>
                <a:schemeClr val="tx1"/>
              </a:solidFill>
              <a:prstDash val="sysDot"/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15" idx="4"/>
              <a:endCxn id="37" idx="2"/>
            </p:cNvCxnSpPr>
            <p:nvPr>
              <p:custDataLst>
                <p:tags r:id="rId34"/>
              </p:custDataLst>
            </p:nvPr>
          </p:nvCxnSpPr>
          <p:spPr>
            <a:xfrm flipV="1">
              <a:off x="5333" y="2656"/>
              <a:ext cx="1042" cy="5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10" idx="3"/>
              <a:endCxn id="15" idx="2"/>
            </p:cNvCxnSpPr>
            <p:nvPr>
              <p:custDataLst>
                <p:tags r:id="rId35"/>
              </p:custDataLst>
            </p:nvPr>
          </p:nvCxnSpPr>
          <p:spPr>
            <a:xfrm>
              <a:off x="2419" y="2656"/>
              <a:ext cx="683" cy="5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9" name="图片 48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3102" y="3128"/>
              <a:ext cx="628" cy="628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>
              <p:custDataLst>
                <p:tags r:id="rId38"/>
              </p:custDataLst>
            </p:nvPr>
          </p:nvSpPr>
          <p:spPr>
            <a:xfrm>
              <a:off x="2706" y="3705"/>
              <a:ext cx="137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宋体" charset="0"/>
                  <a:ea typeface="宋体" charset="0"/>
                  <a:cs typeface="宋体" charset="0"/>
                </a:rPr>
                <a:t>底模</a:t>
              </a:r>
              <a:r>
                <a:rPr lang="en-US" altLang="zh-CN" sz="1000">
                  <a:solidFill>
                    <a:schemeClr val="tx1"/>
                  </a:solidFill>
                  <a:latin typeface="宋体" charset="0"/>
                  <a:ea typeface="宋体" charset="0"/>
                  <a:cs typeface="宋体" charset="0"/>
                </a:rPr>
                <a:t>LLMs</a:t>
              </a:r>
              <a:endParaRPr lang="en-US" altLang="zh-CN" sz="10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pic>
          <p:nvPicPr>
            <p:cNvPr id="51" name="图片 50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4014" y="3134"/>
              <a:ext cx="569" cy="569"/>
            </a:xfrm>
            <a:prstGeom prst="rect">
              <a:avLst/>
            </a:prstGeom>
          </p:spPr>
        </p:pic>
        <p:sp>
          <p:nvSpPr>
            <p:cNvPr id="52" name="文本框 51"/>
            <p:cNvSpPr txBox="1"/>
            <p:nvPr>
              <p:custDataLst>
                <p:tags r:id="rId41"/>
              </p:custDataLst>
            </p:nvPr>
          </p:nvSpPr>
          <p:spPr>
            <a:xfrm>
              <a:off x="3617" y="3703"/>
              <a:ext cx="137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云平台</a:t>
              </a:r>
              <a:endParaRPr lang="zh-CN" altLang="en-US" sz="10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pic>
          <p:nvPicPr>
            <p:cNvPr id="53" name="图片 52" descr="/Users/suleynan_suir/Library/Containers/com.kingsoft.wpsoffice.mac/Data/tmp/photoeditapp/20260315235040/temp.pngtemp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/>
            <a:stretch>
              <a:fillRect/>
            </a:stretch>
          </p:blipFill>
          <p:spPr>
            <a:xfrm>
              <a:off x="4877" y="3122"/>
              <a:ext cx="491" cy="582"/>
            </a:xfrm>
            <a:prstGeom prst="rect">
              <a:avLst/>
            </a:prstGeom>
          </p:spPr>
        </p:pic>
        <p:sp>
          <p:nvSpPr>
            <p:cNvPr id="54" name="文本框 53"/>
            <p:cNvSpPr txBox="1"/>
            <p:nvPr>
              <p:custDataLst>
                <p:tags r:id="rId44"/>
              </p:custDataLst>
            </p:nvPr>
          </p:nvSpPr>
          <p:spPr>
            <a:xfrm>
              <a:off x="4331" y="3702"/>
              <a:ext cx="160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超参</a:t>
              </a:r>
              <a:r>
                <a:rPr lang="zh-CN" altLang="en-US" sz="1000">
                  <a:solidFill>
                    <a:schemeClr val="tx1"/>
                  </a:solidFill>
                  <a:latin typeface="宋体" charset="0"/>
                  <a:ea typeface="宋体" charset="0"/>
                  <a:cs typeface="宋体" charset="0"/>
                </a:rPr>
                <a:t>配置</a:t>
              </a:r>
              <a:endParaRPr lang="zh-CN" altLang="en-US" sz="100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45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4206" y="1155"/>
              <a:ext cx="497" cy="539"/>
            </a:xfrm>
            <a:prstGeom prst="rect">
              <a:avLst/>
            </a:prstGeom>
            <a:ln w="34925" cap="flat" cmpd="dbl">
              <a:solidFill>
                <a:srgbClr val="00B050"/>
              </a:solidFill>
              <a:prstDash val="sysDot"/>
            </a:ln>
          </p:spPr>
        </p:pic>
        <p:sp>
          <p:nvSpPr>
            <p:cNvPr id="59" name="文本框 58"/>
            <p:cNvSpPr txBox="1"/>
            <p:nvPr/>
          </p:nvSpPr>
          <p:spPr>
            <a:xfrm>
              <a:off x="8529" y="2883"/>
              <a:ext cx="281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 b="1"/>
                <a:t>领域适配</a:t>
              </a:r>
              <a:endParaRPr lang="zh-CN" altLang="en-US" sz="1400" b="1"/>
            </a:p>
            <a:p>
              <a:pPr algn="ctr"/>
              <a:r>
                <a:rPr lang="zh-CN" altLang="en-US" sz="1400" b="1"/>
                <a:t>微调模型</a:t>
              </a:r>
              <a:endParaRPr lang="zh-CN" altLang="en-US" sz="1400" b="1"/>
            </a:p>
          </p:txBody>
        </p:sp>
        <p:pic>
          <p:nvPicPr>
            <p:cNvPr id="61" name="图片 60"/>
            <p:cNvPicPr>
              <a:picLocks noChangeAspect="1"/>
            </p:cNvPicPr>
            <p:nvPr>
              <p:custDataLst>
                <p:tags r:id="rId47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1304" y="6613"/>
              <a:ext cx="981" cy="981"/>
            </a:xfrm>
            <a:prstGeom prst="rect">
              <a:avLst/>
            </a:prstGeom>
          </p:spPr>
        </p:pic>
        <p:sp>
          <p:nvSpPr>
            <p:cNvPr id="62" name="文本框 61"/>
            <p:cNvSpPr txBox="1"/>
            <p:nvPr>
              <p:custDataLst>
                <p:tags r:id="rId49"/>
              </p:custDataLst>
            </p:nvPr>
          </p:nvSpPr>
          <p:spPr>
            <a:xfrm>
              <a:off x="754" y="7663"/>
              <a:ext cx="20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Times New Roman Bold Italic" panose="02020603050405020304" charset="0"/>
                  <a:cs typeface="Times New Roman Bold Italic" panose="02020603050405020304" charset="0"/>
                </a:rPr>
                <a:t>用户关注锚点</a:t>
              </a:r>
              <a:endParaRPr lang="zh-CN" altLang="en-US" sz="1200" b="1" i="1">
                <a:latin typeface="Times New Roman Bold Italic" panose="02020603050405020304" charset="0"/>
                <a:cs typeface="Times New Roman Bold Italic" panose="02020603050405020304" charset="0"/>
              </a:endParaRPr>
            </a:p>
          </p:txBody>
        </p:sp>
        <p:sp>
          <p:nvSpPr>
            <p:cNvPr id="63" name="云形标注 62"/>
            <p:cNvSpPr/>
            <p:nvPr/>
          </p:nvSpPr>
          <p:spPr>
            <a:xfrm>
              <a:off x="392" y="5571"/>
              <a:ext cx="2563" cy="871"/>
            </a:xfrm>
            <a:prstGeom prst="cloudCallout">
              <a:avLst>
                <a:gd name="adj1" fmla="val 11808"/>
                <a:gd name="adj2" fmla="val 7330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>
                  <a:solidFill>
                    <a:schemeClr val="tx1"/>
                  </a:solidFill>
                </a:rPr>
                <a:t>预测清雨</a:t>
              </a:r>
              <a:r>
                <a:rPr lang="en-US" altLang="zh-CN" sz="800">
                  <a:solidFill>
                    <a:schemeClr val="tx1"/>
                  </a:solidFill>
                </a:rPr>
                <a:t>Tpor</a:t>
              </a:r>
              <a:r>
                <a:rPr lang="zh-CN" altLang="en-US" sz="800">
                  <a:solidFill>
                    <a:schemeClr val="tx1"/>
                  </a:solidFill>
                </a:rPr>
                <a:t>毁号</a:t>
              </a:r>
              <a:r>
                <a:rPr lang="en-US" altLang="zh-CN" sz="800">
                  <a:solidFill>
                    <a:schemeClr val="tx1"/>
                  </a:solidFill>
                </a:rPr>
                <a:t>B</a:t>
              </a:r>
              <a:r>
                <a:rPr lang="zh-CN" altLang="en-US" sz="800">
                  <a:solidFill>
                    <a:schemeClr val="tx1"/>
                  </a:solidFill>
                </a:rPr>
                <a:t>站处理以及对于主播行业的影响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cxnSp>
          <p:nvCxnSpPr>
            <p:cNvPr id="84" name="直接箭头连接符 83"/>
            <p:cNvCxnSpPr>
              <a:stCxn id="61" idx="3"/>
              <a:endCxn id="110" idx="2"/>
            </p:cNvCxnSpPr>
            <p:nvPr>
              <p:custDataLst>
                <p:tags r:id="rId50"/>
              </p:custDataLst>
            </p:nvPr>
          </p:nvCxnSpPr>
          <p:spPr>
            <a:xfrm flipV="1">
              <a:off x="2285" y="7090"/>
              <a:ext cx="2253" cy="14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8" name="组合 87"/>
            <p:cNvGrpSpPr/>
            <p:nvPr/>
          </p:nvGrpSpPr>
          <p:grpSpPr>
            <a:xfrm>
              <a:off x="3182" y="5259"/>
              <a:ext cx="770" cy="1526"/>
              <a:chOff x="2803" y="5177"/>
              <a:chExt cx="770" cy="1526"/>
            </a:xfrm>
          </p:grpSpPr>
          <p:sp>
            <p:nvSpPr>
              <p:cNvPr id="85" name="圆角矩形 84"/>
              <p:cNvSpPr/>
              <p:nvPr/>
            </p:nvSpPr>
            <p:spPr>
              <a:xfrm>
                <a:off x="2803" y="5177"/>
                <a:ext cx="770" cy="359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/>
                    </a:solidFill>
                  </a:rPr>
                  <a:t>预测</a:t>
                </a:r>
                <a:endParaRPr lang="zh-CN" altLang="en-US" sz="1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圆角矩形 85"/>
              <p:cNvSpPr/>
              <p:nvPr>
                <p:custDataLst>
                  <p:tags r:id="rId51"/>
                </p:custDataLst>
              </p:nvPr>
            </p:nvSpPr>
            <p:spPr>
              <a:xfrm>
                <a:off x="2803" y="5579"/>
                <a:ext cx="770" cy="54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/>
                    </a:solidFill>
                  </a:rPr>
                  <a:t>清雨毁号</a:t>
                </a:r>
                <a:endParaRPr lang="zh-CN" altLang="en-US" sz="10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圆角矩形 86"/>
              <p:cNvSpPr/>
              <p:nvPr>
                <p:custDataLst>
                  <p:tags r:id="rId52"/>
                </p:custDataLst>
              </p:nvPr>
            </p:nvSpPr>
            <p:spPr>
              <a:xfrm>
                <a:off x="2803" y="6163"/>
                <a:ext cx="770" cy="540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 b="1">
                    <a:solidFill>
                      <a:schemeClr val="tx1"/>
                    </a:solidFill>
                  </a:rPr>
                  <a:t>主播行业</a:t>
                </a:r>
                <a:endParaRPr lang="zh-CN" altLang="en-US" sz="1000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9" name="左大括号 88"/>
            <p:cNvSpPr/>
            <p:nvPr>
              <p:custDataLst>
                <p:tags r:id="rId53"/>
              </p:custDataLst>
            </p:nvPr>
          </p:nvSpPr>
          <p:spPr>
            <a:xfrm>
              <a:off x="3051" y="5416"/>
              <a:ext cx="121" cy="1197"/>
            </a:xfrm>
            <a:prstGeom prst="leftBrace">
              <a:avLst>
                <a:gd name="adj1" fmla="val 0"/>
                <a:gd name="adj2" fmla="val 50000"/>
              </a:avLst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0" name="图片 89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6772" y="6104"/>
              <a:ext cx="1223" cy="671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>
              <p:custDataLst>
                <p:tags r:id="rId56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6772" y="6835"/>
              <a:ext cx="1223" cy="671"/>
            </a:xfrm>
            <a:prstGeom prst="rect">
              <a:avLst/>
            </a:prstGeom>
          </p:spPr>
        </p:pic>
        <p:pic>
          <p:nvPicPr>
            <p:cNvPr id="92" name="图片 91"/>
            <p:cNvPicPr>
              <a:picLocks noChangeAspect="1"/>
            </p:cNvPicPr>
            <p:nvPr>
              <p:custDataLst>
                <p:tags r:id="rId57"/>
              </p:custDataLst>
            </p:nvPr>
          </p:nvPicPr>
          <p:blipFill>
            <a:blip r:embed="rId55"/>
            <a:stretch>
              <a:fillRect/>
            </a:stretch>
          </p:blipFill>
          <p:spPr>
            <a:xfrm>
              <a:off x="6772" y="7675"/>
              <a:ext cx="1223" cy="671"/>
            </a:xfrm>
            <a:prstGeom prst="rect">
              <a:avLst/>
            </a:prstGeom>
          </p:spPr>
        </p:pic>
        <p:grpSp>
          <p:nvGrpSpPr>
            <p:cNvPr id="95" name="组合 94"/>
            <p:cNvGrpSpPr/>
            <p:nvPr/>
          </p:nvGrpSpPr>
          <p:grpSpPr>
            <a:xfrm>
              <a:off x="8312" y="6013"/>
              <a:ext cx="1380" cy="870"/>
              <a:chOff x="10381" y="5012"/>
              <a:chExt cx="1380" cy="870"/>
            </a:xfrm>
          </p:grpSpPr>
          <p:pic>
            <p:nvPicPr>
              <p:cNvPr id="93" name="图片 92" descr="/Users/suleynan_suir/Library/Containers/com.kingsoft.wpsoffice.mac/Data/tmp/photoeditapp/20260316002556/temp.pngtemp"/>
              <p:cNvPicPr>
                <a:picLocks noChangeAspect="1"/>
              </p:cNvPicPr>
              <p:nvPr>
                <p:custDataLst>
                  <p:tags r:id="rId58"/>
                </p:custDataLst>
              </p:nvPr>
            </p:nvPicPr>
            <p:blipFill>
              <a:blip r:embed="rId59"/>
              <a:stretch>
                <a:fillRect/>
              </a:stretch>
            </p:blipFill>
            <p:spPr>
              <a:xfrm>
                <a:off x="10381" y="5012"/>
                <a:ext cx="1381" cy="870"/>
              </a:xfrm>
              <a:prstGeom prst="rect">
                <a:avLst/>
              </a:prstGeom>
            </p:spPr>
          </p:pic>
          <p:sp>
            <p:nvSpPr>
              <p:cNvPr id="94" name="矩形 93"/>
              <p:cNvSpPr/>
              <p:nvPr/>
            </p:nvSpPr>
            <p:spPr>
              <a:xfrm>
                <a:off x="11134" y="5352"/>
                <a:ext cx="253" cy="277"/>
              </a:xfrm>
              <a:prstGeom prst="rect">
                <a:avLst/>
              </a:prstGeom>
              <a:noFill/>
              <a:ln w="41275">
                <a:solidFill>
                  <a:srgbClr val="00B0F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8313" y="7581"/>
              <a:ext cx="1381" cy="870"/>
              <a:chOff x="10381" y="5012"/>
              <a:chExt cx="1381" cy="870"/>
            </a:xfrm>
          </p:grpSpPr>
          <p:pic>
            <p:nvPicPr>
              <p:cNvPr id="97" name="图片 96" descr="/Users/suleynan_suir/Library/Containers/com.kingsoft.wpsoffice.mac/Data/tmp/photoeditapp/20260316002556/temp.pngtemp"/>
              <p:cNvPicPr>
                <a:picLocks noChangeAspect="1"/>
              </p:cNvPicPr>
              <p:nvPr>
                <p:custDataLst>
                  <p:tags r:id="rId60"/>
                </p:custDataLst>
              </p:nvPr>
            </p:nvPicPr>
            <p:blipFill>
              <a:blip r:embed="rId59"/>
              <a:stretch>
                <a:fillRect/>
              </a:stretch>
            </p:blipFill>
            <p:spPr>
              <a:xfrm>
                <a:off x="10381" y="5012"/>
                <a:ext cx="1381" cy="870"/>
              </a:xfrm>
              <a:prstGeom prst="rect">
                <a:avLst/>
              </a:prstGeom>
            </p:spPr>
          </p:pic>
          <p:sp>
            <p:nvSpPr>
              <p:cNvPr id="98" name="矩形 97"/>
              <p:cNvSpPr/>
              <p:nvPr>
                <p:custDataLst>
                  <p:tags r:id="rId61"/>
                </p:custDataLst>
              </p:nvPr>
            </p:nvSpPr>
            <p:spPr>
              <a:xfrm>
                <a:off x="10979" y="5352"/>
                <a:ext cx="253" cy="277"/>
              </a:xfrm>
              <a:prstGeom prst="rect">
                <a:avLst/>
              </a:prstGeom>
              <a:noFill/>
              <a:ln w="412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99" name="直接箭头连接符 98"/>
            <p:cNvCxnSpPr>
              <a:stCxn id="90" idx="3"/>
            </p:cNvCxnSpPr>
            <p:nvPr/>
          </p:nvCxnSpPr>
          <p:spPr>
            <a:xfrm>
              <a:off x="7995" y="6440"/>
              <a:ext cx="317" cy="8"/>
            </a:xfrm>
            <a:prstGeom prst="straightConnector1">
              <a:avLst/>
            </a:prstGeom>
            <a:ln w="25400" cmpd="sng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>
              <a:stCxn id="92" idx="3"/>
            </p:cNvCxnSpPr>
            <p:nvPr>
              <p:custDataLst>
                <p:tags r:id="rId62"/>
              </p:custDataLst>
            </p:nvPr>
          </p:nvCxnSpPr>
          <p:spPr>
            <a:xfrm>
              <a:off x="7995" y="8011"/>
              <a:ext cx="318" cy="5"/>
            </a:xfrm>
            <a:prstGeom prst="straightConnector1">
              <a:avLst/>
            </a:prstGeom>
            <a:ln w="25400" cmpd="sng">
              <a:solidFill>
                <a:schemeClr val="tx1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1" name="文本框 100"/>
            <p:cNvSpPr txBox="1"/>
            <p:nvPr/>
          </p:nvSpPr>
          <p:spPr>
            <a:xfrm>
              <a:off x="9147" y="7755"/>
              <a:ext cx="4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>
                  <a:solidFill>
                    <a:srgbClr val="FF0000"/>
                  </a:solidFill>
                </a:rPr>
                <a:t>?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102" name="文本框 101"/>
            <p:cNvSpPr txBox="1"/>
            <p:nvPr>
              <p:custDataLst>
                <p:tags r:id="rId63"/>
              </p:custDataLst>
            </p:nvPr>
          </p:nvSpPr>
          <p:spPr>
            <a:xfrm>
              <a:off x="9282" y="6195"/>
              <a:ext cx="49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>
                  <a:solidFill>
                    <a:srgbClr val="00B0F0"/>
                  </a:solidFill>
                </a:rPr>
                <a:t>!</a:t>
              </a:r>
              <a:endParaRPr lang="en-US" altLang="zh-CN" b="1">
                <a:solidFill>
                  <a:srgbClr val="00B0F0"/>
                </a:solidFill>
              </a:endParaRPr>
            </a:p>
          </p:txBody>
        </p:sp>
        <p:sp>
          <p:nvSpPr>
            <p:cNvPr id="103" name="文本框 102"/>
            <p:cNvSpPr txBox="1"/>
            <p:nvPr>
              <p:custDataLst>
                <p:tags r:id="rId64"/>
              </p:custDataLst>
            </p:nvPr>
          </p:nvSpPr>
          <p:spPr>
            <a:xfrm>
              <a:off x="8307" y="5490"/>
              <a:ext cx="137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solidFill>
                    <a:srgbClr val="00B0F0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用户关注点</a:t>
              </a:r>
              <a:endParaRPr lang="zh-CN" altLang="en-US" sz="1000" b="1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  <a:p>
              <a:pPr algn="ctr"/>
              <a:r>
                <a:rPr lang="en-US" altLang="zh-CN" sz="1000" b="1">
                  <a:solidFill>
                    <a:srgbClr val="00B0F0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+ </a:t>
              </a:r>
              <a:r>
                <a:rPr lang="zh-CN" altLang="en-US" sz="1000" b="1">
                  <a:solidFill>
                    <a:srgbClr val="00B0F0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手写笔记</a:t>
              </a:r>
              <a:endParaRPr lang="zh-CN" altLang="en-US" sz="1000" b="1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65"/>
              </p:custDataLst>
            </p:nvPr>
          </p:nvSpPr>
          <p:spPr>
            <a:xfrm>
              <a:off x="8307" y="7220"/>
              <a:ext cx="137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solidFill>
                    <a:srgbClr val="FF0000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用户存疑点</a:t>
              </a:r>
              <a:endParaRPr lang="zh-CN" altLang="en-US" sz="1000" b="1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cxnSp>
          <p:nvCxnSpPr>
            <p:cNvPr id="105" name="肘形连接符 104"/>
            <p:cNvCxnSpPr>
              <a:endCxn id="90" idx="1"/>
            </p:cNvCxnSpPr>
            <p:nvPr>
              <p:custDataLst>
                <p:tags r:id="rId66"/>
              </p:custDataLst>
            </p:nvPr>
          </p:nvCxnSpPr>
          <p:spPr>
            <a:xfrm flipV="1">
              <a:off x="6232" y="6440"/>
              <a:ext cx="540" cy="659"/>
            </a:xfrm>
            <a:prstGeom prst="bentConnector3">
              <a:avLst>
                <a:gd name="adj1" fmla="val 50000"/>
              </a:avLst>
            </a:prstGeom>
            <a:ln w="25400" cmpd="sng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>
              <a:endCxn id="92" idx="1"/>
            </p:cNvCxnSpPr>
            <p:nvPr>
              <p:custDataLst>
                <p:tags r:id="rId67"/>
              </p:custDataLst>
            </p:nvPr>
          </p:nvCxnSpPr>
          <p:spPr>
            <a:xfrm>
              <a:off x="6232" y="7099"/>
              <a:ext cx="540" cy="912"/>
            </a:xfrm>
            <a:prstGeom prst="bentConnector3">
              <a:avLst>
                <a:gd name="adj1" fmla="val 50000"/>
              </a:avLst>
            </a:prstGeom>
            <a:ln w="25400" cmpd="sng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7" name="矩形 106"/>
            <p:cNvSpPr/>
            <p:nvPr>
              <p:custDataLst>
                <p:tags r:id="rId68"/>
              </p:custDataLst>
            </p:nvPr>
          </p:nvSpPr>
          <p:spPr>
            <a:xfrm>
              <a:off x="8079" y="5490"/>
              <a:ext cx="1774" cy="2996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立方体 109"/>
            <p:cNvSpPr/>
            <p:nvPr>
              <p:custDataLst>
                <p:tags r:id="rId69"/>
              </p:custDataLst>
            </p:nvPr>
          </p:nvSpPr>
          <p:spPr>
            <a:xfrm>
              <a:off x="4539" y="6322"/>
              <a:ext cx="1787" cy="1197"/>
            </a:xfrm>
            <a:prstGeom prst="cube">
              <a:avLst>
                <a:gd name="adj" fmla="val 2836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 cmpd="thickThin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 b="1" i="1">
                  <a:solidFill>
                    <a:schemeClr val="tx1"/>
                  </a:solidFill>
                  <a:latin typeface="Times New Roman Bold Italic" panose="02020603050405020304" charset="0"/>
                  <a:cs typeface="Times New Roman Bold Italic" panose="02020603050405020304" charset="0"/>
                </a:rPr>
                <a:t>CognitiveTemp-DS</a:t>
              </a:r>
              <a:endParaRPr lang="en-US" altLang="zh-CN" sz="1400" b="1" i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endParaRP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1304" y="8332"/>
              <a:ext cx="3492" cy="2303"/>
              <a:chOff x="4383" y="5312"/>
              <a:chExt cx="4030" cy="2303"/>
            </a:xfrm>
          </p:grpSpPr>
          <p:grpSp>
            <p:nvGrpSpPr>
              <p:cNvPr id="132" name="组合 131"/>
              <p:cNvGrpSpPr/>
              <p:nvPr/>
            </p:nvGrpSpPr>
            <p:grpSpPr>
              <a:xfrm>
                <a:off x="4383" y="5397"/>
                <a:ext cx="4030" cy="2218"/>
                <a:chOff x="3965" y="5397"/>
                <a:chExt cx="3517" cy="2218"/>
              </a:xfrm>
            </p:grpSpPr>
            <p:sp>
              <p:nvSpPr>
                <p:cNvPr id="133" name="立方体 132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3965" y="5397"/>
                  <a:ext cx="3517" cy="2218"/>
                </a:xfrm>
                <a:prstGeom prst="cub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 cmpd="thickThin">
                  <a:noFill/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 i="1">
                    <a:solidFill>
                      <a:schemeClr val="tx1"/>
                    </a:solidFill>
                    <a:latin typeface="Times New Roman Bold Italic" panose="02020603050405020304" charset="0"/>
                    <a:cs typeface="Times New Roman Bold Italic" panose="02020603050405020304" charset="0"/>
                  </a:endParaRPr>
                </a:p>
              </p:txBody>
            </p:sp>
            <p:pic>
              <p:nvPicPr>
                <p:cNvPr id="134" name="图片 133" descr="/Users/suleynan_suir/Library/Containers/com.kingsoft.wpsoffice.mac/Data/tmp/photoeditapp/20260315222559/temp.pngtemp"/>
                <p:cNvPicPr>
                  <a:picLocks noChangeAspect="1"/>
                </p:cNvPicPr>
                <p:nvPr>
                  <p:custDataLst>
                    <p:tags r:id="rId71"/>
                  </p:custDataLst>
                </p:nvPr>
              </p:nvPicPr>
              <p:blipFill>
                <a:blip r:embed="rId7"/>
                <a:srcRect l="9698" r="12242"/>
                <a:stretch>
                  <a:fillRect/>
                </a:stretch>
              </p:blipFill>
              <p:spPr>
                <a:xfrm>
                  <a:off x="4020" y="6531"/>
                  <a:ext cx="491" cy="539"/>
                </a:xfrm>
                <a:prstGeom prst="rect">
                  <a:avLst/>
                </a:prstGeom>
                <a:ln w="28575" cap="flat" cmpd="dbl">
                  <a:noFill/>
                  <a:prstDash val="sysDot"/>
                </a:ln>
              </p:spPr>
            </p:pic>
            <p:pic>
              <p:nvPicPr>
                <p:cNvPr id="135" name="图片 134" descr="/Users/suleynan_suir/Library/Containers/com.kingsoft.wpsoffice.mac/Data/tmp/photoeditapp/20260315224237/temp.pngtemp"/>
                <p:cNvPicPr>
                  <a:picLocks noChangeAspect="1"/>
                </p:cNvPicPr>
                <p:nvPr>
                  <p:custDataLst>
                    <p:tags r:id="rId72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83" y="7070"/>
                  <a:ext cx="432" cy="422"/>
                </a:xfrm>
                <a:prstGeom prst="rect">
                  <a:avLst/>
                </a:prstGeom>
              </p:spPr>
            </p:pic>
            <p:pic>
              <p:nvPicPr>
                <p:cNvPr id="136" name="图片 135" descr="/Users/suleynan_suir/Library/Containers/com.kingsoft.wpsoffice.mac/Data/tmp/photoeditapp/20260315224110/temp.pngtemp"/>
                <p:cNvPicPr>
                  <a:picLocks noChangeAspect="1"/>
                </p:cNvPicPr>
                <p:nvPr>
                  <p:custDataLst>
                    <p:tags r:id="rId73"/>
                  </p:custDataLst>
                </p:nvPr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08" y="6082"/>
                  <a:ext cx="503" cy="491"/>
                </a:xfrm>
                <a:prstGeom prst="rect">
                  <a:avLst/>
                </a:prstGeom>
              </p:spPr>
            </p:pic>
            <p:pic>
              <p:nvPicPr>
                <p:cNvPr id="137" name="图片 136" descr="/Users/suleynan_suir/Library/Containers/com.kingsoft.wpsoffice.mac/Data/tmp/photoeditapp/20260316000912/temp.pngtemp"/>
                <p:cNvPicPr>
                  <a:picLocks noChangeAspect="1"/>
                </p:cNvPicPr>
                <p:nvPr>
                  <p:custDataLst>
                    <p:tags r:id="rId74"/>
                  </p:custDataLst>
                </p:nvPr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88" y="6083"/>
                  <a:ext cx="331" cy="331"/>
                </a:xfrm>
                <a:prstGeom prst="rect">
                  <a:avLst/>
                </a:prstGeom>
              </p:spPr>
            </p:pic>
            <p:sp>
              <p:nvSpPr>
                <p:cNvPr id="138" name="文本框 137"/>
                <p:cNvSpPr txBox="1"/>
                <p:nvPr>
                  <p:custDataLst>
                    <p:tags r:id="rId76"/>
                  </p:custDataLst>
                </p:nvPr>
              </p:nvSpPr>
              <p:spPr>
                <a:xfrm>
                  <a:off x="5066" y="6040"/>
                  <a:ext cx="1917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solidFill>
                        <a:schemeClr val="tx1"/>
                      </a:solidFill>
                    </a:rPr>
                    <a:t>不确定性感知检索</a:t>
                  </a:r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39" name="图片 138"/>
                <p:cNvPicPr>
                  <a:picLocks noChangeAspect="1"/>
                </p:cNvPicPr>
                <p:nvPr>
                  <p:custDataLst>
                    <p:tags r:id="rId77"/>
                  </p:custDataLst>
                </p:nvPr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05" y="6454"/>
                  <a:ext cx="277" cy="277"/>
                </a:xfrm>
                <a:prstGeom prst="rect">
                  <a:avLst/>
                </a:prstGeom>
              </p:spPr>
            </p:pic>
            <p:sp>
              <p:nvSpPr>
                <p:cNvPr id="140" name="文本框 139"/>
                <p:cNvSpPr txBox="1"/>
                <p:nvPr>
                  <p:custDataLst>
                    <p:tags r:id="rId79"/>
                  </p:custDataLst>
                </p:nvPr>
              </p:nvSpPr>
              <p:spPr>
                <a:xfrm>
                  <a:off x="5066" y="6434"/>
                  <a:ext cx="1917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solidFill>
                        <a:schemeClr val="tx1"/>
                      </a:solidFill>
                    </a:rPr>
                    <a:t>段落性分解与合成</a:t>
                  </a:r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41" name="图片 140"/>
                <p:cNvPicPr>
                  <a:picLocks noChangeAspect="1"/>
                </p:cNvPicPr>
                <p:nvPr>
                  <p:custDataLst>
                    <p:tags r:id="rId80"/>
                  </p:custDataLst>
                </p:nvPr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80" y="6842"/>
                  <a:ext cx="324" cy="324"/>
                </a:xfrm>
                <a:prstGeom prst="rect">
                  <a:avLst/>
                </a:prstGeom>
              </p:spPr>
            </p:pic>
            <p:sp>
              <p:nvSpPr>
                <p:cNvPr id="142" name="文本框 141"/>
                <p:cNvSpPr txBox="1"/>
                <p:nvPr>
                  <p:custDataLst>
                    <p:tags r:id="rId82"/>
                  </p:custDataLst>
                </p:nvPr>
              </p:nvSpPr>
              <p:spPr>
                <a:xfrm>
                  <a:off x="5058" y="6824"/>
                  <a:ext cx="1917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solidFill>
                        <a:schemeClr val="tx1"/>
                      </a:solidFill>
                    </a:rPr>
                    <a:t>迭代深度反思改进</a:t>
                  </a:r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43" name="图片 142"/>
                <p:cNvPicPr>
                  <a:picLocks noChangeAspect="1"/>
                </p:cNvPicPr>
                <p:nvPr>
                  <p:custDataLst>
                    <p:tags r:id="rId83"/>
                  </p:custDataLst>
                </p:nvPr>
              </p:nvPicPr>
              <p:blipFill>
                <a:blip r:embed="rId84"/>
                <a:stretch>
                  <a:fillRect/>
                </a:stretch>
              </p:blipFill>
              <p:spPr>
                <a:xfrm flipH="1">
                  <a:off x="4804" y="7261"/>
                  <a:ext cx="285" cy="285"/>
                </a:xfrm>
                <a:prstGeom prst="rect">
                  <a:avLst/>
                </a:prstGeom>
              </p:spPr>
            </p:pic>
            <p:sp>
              <p:nvSpPr>
                <p:cNvPr id="144" name="文本框 143"/>
                <p:cNvSpPr txBox="1"/>
                <p:nvPr>
                  <p:custDataLst>
                    <p:tags r:id="rId85"/>
                  </p:custDataLst>
                </p:nvPr>
              </p:nvSpPr>
              <p:spPr>
                <a:xfrm>
                  <a:off x="5058" y="7169"/>
                  <a:ext cx="1917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solidFill>
                        <a:schemeClr val="tx1"/>
                      </a:solidFill>
                    </a:rPr>
                    <a:t>跨维度综合与聚合</a:t>
                  </a:r>
                  <a:endParaRPr lang="zh-CN" altLang="en-US" sz="10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5" name="左大括号 144"/>
              <p:cNvSpPr/>
              <p:nvPr>
                <p:custDataLst>
                  <p:tags r:id="rId86"/>
                </p:custDataLst>
              </p:nvPr>
            </p:nvSpPr>
            <p:spPr>
              <a:xfrm>
                <a:off x="5127" y="6222"/>
                <a:ext cx="121" cy="1197"/>
              </a:xfrm>
              <a:prstGeom prst="leftBrace">
                <a:avLst>
                  <a:gd name="adj1" fmla="val 0"/>
                  <a:gd name="adj2" fmla="val 50000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6" name="文本框 145"/>
              <p:cNvSpPr txBox="1"/>
              <p:nvPr>
                <p:custDataLst>
                  <p:tags r:id="rId87"/>
                </p:custDataLst>
              </p:nvPr>
            </p:nvSpPr>
            <p:spPr>
              <a:xfrm>
                <a:off x="4735" y="5402"/>
                <a:ext cx="345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Comic Sans MS Regular" panose="030F0902030302020204" charset="0"/>
                    <a:cs typeface="Comic Sans MS Regular" panose="030F0902030302020204" charset="0"/>
                  </a:rPr>
                  <a:t>UPAIRs Agent</a:t>
                </a:r>
                <a:endParaRPr lang="en-US" altLang="zh-CN" sz="1600">
                  <a:latin typeface="Comic Sans MS Regular" panose="030F0902030302020204" charset="0"/>
                  <a:cs typeface="Comic Sans MS Regular" panose="030F0902030302020204" charset="0"/>
                </a:endParaRPr>
              </a:p>
            </p:txBody>
          </p:sp>
          <p:grpSp>
            <p:nvGrpSpPr>
              <p:cNvPr id="147" name="组合 146"/>
              <p:cNvGrpSpPr/>
              <p:nvPr/>
            </p:nvGrpSpPr>
            <p:grpSpPr>
              <a:xfrm>
                <a:off x="7356" y="5312"/>
                <a:ext cx="576" cy="585"/>
                <a:chOff x="8769" y="1977"/>
                <a:chExt cx="1170" cy="1220"/>
              </a:xfrm>
            </p:grpSpPr>
            <p:pic>
              <p:nvPicPr>
                <p:cNvPr id="148" name="图片 147" descr="/Users/suleynan_suir/Library/Containers/com.kingsoft.wpsoffice.mac/Data/tmp/photoeditapp/20260315235532/temp.pngtemp"/>
                <p:cNvPicPr>
                  <a:picLocks noChangeAspect="1"/>
                </p:cNvPicPr>
                <p:nvPr>
                  <p:custDataLst>
                    <p:tags r:id="rId88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69" y="1977"/>
                  <a:ext cx="1170" cy="1220"/>
                </a:xfrm>
                <a:prstGeom prst="rect">
                  <a:avLst/>
                </a:prstGeom>
              </p:spPr>
            </p:pic>
            <p:pic>
              <p:nvPicPr>
                <p:cNvPr id="149" name="图片 148"/>
                <p:cNvPicPr>
                  <a:picLocks noChangeAspect="1"/>
                </p:cNvPicPr>
                <p:nvPr>
                  <p:custDataLst>
                    <p:tags r:id="rId89"/>
                  </p:custDataLst>
                </p:nvPr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84" y="2447"/>
                  <a:ext cx="670" cy="67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150" name="肘形连接符 149"/>
            <p:cNvCxnSpPr/>
            <p:nvPr>
              <p:custDataLst>
                <p:tags r:id="rId90"/>
              </p:custDataLst>
            </p:nvPr>
          </p:nvCxnSpPr>
          <p:spPr>
            <a:xfrm flipH="1">
              <a:off x="4178" y="6971"/>
              <a:ext cx="5692" cy="1362"/>
            </a:xfrm>
            <a:prstGeom prst="bentConnector5">
              <a:avLst>
                <a:gd name="adj1" fmla="val -6589"/>
                <a:gd name="adj2" fmla="val -119309"/>
                <a:gd name="adj3" fmla="val 100052"/>
              </a:avLst>
            </a:prstGeom>
            <a:ln w="254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54" name="图片 153" descr="/Users/suleynan_suir/Library/Containers/com.kingsoft.wpsoffice.mac/Data/tmp/photoeditapp/20260316004634/temp.pngtemp"/>
            <p:cNvPicPr>
              <a:picLocks noChangeAspect="1"/>
            </p:cNvPicPr>
            <p:nvPr>
              <p:custDataLst>
                <p:tags r:id="rId91"/>
              </p:custDataLst>
            </p:nvPr>
          </p:nvPicPr>
          <p:blipFill>
            <a:blip r:embed="rId92"/>
            <a:stretch>
              <a:fillRect/>
            </a:stretch>
          </p:blipFill>
          <p:spPr>
            <a:xfrm>
              <a:off x="7000" y="8431"/>
              <a:ext cx="2097" cy="2097"/>
            </a:xfrm>
            <a:prstGeom prst="rect">
              <a:avLst/>
            </a:prstGeom>
          </p:spPr>
        </p:pic>
        <p:pic>
          <p:nvPicPr>
            <p:cNvPr id="155" name="图片 154"/>
            <p:cNvPicPr>
              <a:picLocks noChangeAspect="1"/>
            </p:cNvPicPr>
            <p:nvPr>
              <p:custDataLst>
                <p:tags r:id="rId93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 rot="16200000">
              <a:off x="5814" y="9027"/>
              <a:ext cx="911" cy="911"/>
            </a:xfrm>
            <a:prstGeom prst="rect">
              <a:avLst/>
            </a:prstGeom>
          </p:spPr>
        </p:pic>
        <p:pic>
          <p:nvPicPr>
            <p:cNvPr id="157" name="图片 156"/>
            <p:cNvPicPr>
              <a:picLocks noChangeAspect="1"/>
            </p:cNvPicPr>
            <p:nvPr>
              <p:custDataLst>
                <p:tags r:id="rId95"/>
              </p:custDataLst>
            </p:nvPr>
          </p:nvPicPr>
          <p:blipFill>
            <a:blip r:embed="rId96">
              <a:alphaModFix amt="40000"/>
            </a:blip>
            <a:stretch>
              <a:fillRect/>
            </a:stretch>
          </p:blipFill>
          <p:spPr>
            <a:xfrm>
              <a:off x="5326" y="8655"/>
              <a:ext cx="1830" cy="1718"/>
            </a:xfrm>
            <a:prstGeom prst="rect">
              <a:avLst/>
            </a:prstGeom>
          </p:spPr>
        </p:pic>
        <p:cxnSp>
          <p:nvCxnSpPr>
            <p:cNvPr id="159" name="直接箭头连接符 158"/>
            <p:cNvCxnSpPr/>
            <p:nvPr>
              <p:custDataLst>
                <p:tags r:id="rId97"/>
              </p:custDataLst>
            </p:nvPr>
          </p:nvCxnSpPr>
          <p:spPr>
            <a:xfrm>
              <a:off x="4835" y="9536"/>
              <a:ext cx="641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箭头连接符 159"/>
            <p:cNvCxnSpPr/>
            <p:nvPr>
              <p:custDataLst>
                <p:tags r:id="rId98"/>
              </p:custDataLst>
            </p:nvPr>
          </p:nvCxnSpPr>
          <p:spPr>
            <a:xfrm>
              <a:off x="6976" y="9536"/>
              <a:ext cx="488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61" name="图片 160" descr="/Users/suleynan_suir/Library/Containers/com.kingsoft.wpsoffice.mac/Data/tmp/photoeditapp/20260316005346/temp.pngtemp"/>
            <p:cNvPicPr>
              <a:picLocks noChangeAspect="1"/>
            </p:cNvPicPr>
            <p:nvPr>
              <p:custDataLst>
                <p:tags r:id="rId99"/>
              </p:custDataLst>
            </p:nvPr>
          </p:nvPicPr>
          <p:blipFill>
            <a:blip r:embed="rId100"/>
            <a:srcRect l="4624" t="35258" r="9032" b="34582"/>
            <a:stretch>
              <a:fillRect/>
            </a:stretch>
          </p:blipFill>
          <p:spPr>
            <a:xfrm>
              <a:off x="9464" y="8737"/>
              <a:ext cx="1606" cy="491"/>
            </a:xfrm>
            <a:prstGeom prst="rect">
              <a:avLst/>
            </a:prstGeom>
          </p:spPr>
        </p:pic>
        <p:sp>
          <p:nvSpPr>
            <p:cNvPr id="163" name="文本框 162"/>
            <p:cNvSpPr txBox="1"/>
            <p:nvPr>
              <p:custDataLst>
                <p:tags r:id="rId101"/>
              </p:custDataLst>
            </p:nvPr>
          </p:nvSpPr>
          <p:spPr>
            <a:xfrm>
              <a:off x="8639" y="8737"/>
              <a:ext cx="1171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置信度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pic>
          <p:nvPicPr>
            <p:cNvPr id="164" name="图片 163" descr="/Users/suleynan_suir/Library/Containers/com.kingsoft.wpsoffice.mac/Data/tmp/photoeditapp/20260316005346/temp.pngtemp"/>
            <p:cNvPicPr>
              <a:picLocks noChangeAspect="1"/>
            </p:cNvPicPr>
            <p:nvPr>
              <p:custDataLst>
                <p:tags r:id="rId102"/>
              </p:custDataLst>
            </p:nvPr>
          </p:nvPicPr>
          <p:blipFill>
            <a:blip r:embed="rId100"/>
            <a:srcRect l="4624" t="35258" r="9032" b="34582"/>
            <a:stretch>
              <a:fillRect/>
            </a:stretch>
          </p:blipFill>
          <p:spPr>
            <a:xfrm>
              <a:off x="9464" y="9338"/>
              <a:ext cx="1606" cy="491"/>
            </a:xfrm>
            <a:prstGeom prst="rect">
              <a:avLst/>
            </a:prstGeom>
          </p:spPr>
        </p:pic>
        <p:sp>
          <p:nvSpPr>
            <p:cNvPr id="165" name="文本框 164"/>
            <p:cNvSpPr txBox="1"/>
            <p:nvPr>
              <p:custDataLst>
                <p:tags r:id="rId103"/>
              </p:custDataLst>
            </p:nvPr>
          </p:nvSpPr>
          <p:spPr>
            <a:xfrm>
              <a:off x="8639" y="9338"/>
              <a:ext cx="1171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支持率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pic>
          <p:nvPicPr>
            <p:cNvPr id="166" name="图片 165" descr="/Users/suleynan_suir/Library/Containers/com.kingsoft.wpsoffice.mac/Data/tmp/photoeditapp/20260316005346/temp.pngtemp"/>
            <p:cNvPicPr>
              <a:picLocks noChangeAspect="1"/>
            </p:cNvPicPr>
            <p:nvPr>
              <p:custDataLst>
                <p:tags r:id="rId104"/>
              </p:custDataLst>
            </p:nvPr>
          </p:nvPicPr>
          <p:blipFill>
            <a:blip r:embed="rId100"/>
            <a:srcRect l="4624" t="35258" r="9032" b="34582"/>
            <a:stretch>
              <a:fillRect/>
            </a:stretch>
          </p:blipFill>
          <p:spPr>
            <a:xfrm>
              <a:off x="9464" y="9938"/>
              <a:ext cx="1606" cy="491"/>
            </a:xfrm>
            <a:prstGeom prst="rect">
              <a:avLst/>
            </a:prstGeom>
          </p:spPr>
        </p:pic>
        <p:sp>
          <p:nvSpPr>
            <p:cNvPr id="167" name="文本框 166"/>
            <p:cNvSpPr txBox="1"/>
            <p:nvPr>
              <p:custDataLst>
                <p:tags r:id="rId105"/>
              </p:custDataLst>
            </p:nvPr>
          </p:nvSpPr>
          <p:spPr>
            <a:xfrm>
              <a:off x="8523" y="9822"/>
              <a:ext cx="1171" cy="43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标签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命中率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168" name="直接箭头连接符 167"/>
            <p:cNvCxnSpPr/>
            <p:nvPr>
              <p:custDataLst>
                <p:tags r:id="rId106"/>
              </p:custDataLst>
            </p:nvPr>
          </p:nvCxnSpPr>
          <p:spPr>
            <a:xfrm flipV="1">
              <a:off x="8533" y="2656"/>
              <a:ext cx="1042" cy="5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70" name="图片 169" descr="/Users/suleynan_suir/Library/Containers/com.kingsoft.wpsoffice.mac/Data/tmp/photoeditapp/20260316010323/temp.pngtemp"/>
            <p:cNvPicPr>
              <a:picLocks noChangeAspect="1"/>
            </p:cNvPicPr>
            <p:nvPr>
              <p:custDataLst>
                <p:tags r:id="rId107"/>
              </p:custDataLst>
            </p:nvPr>
          </p:nvPicPr>
          <p:blipFill>
            <a:blip r:embed="rId108"/>
            <a:stretch>
              <a:fillRect/>
            </a:stretch>
          </p:blipFill>
          <p:spPr>
            <a:xfrm>
              <a:off x="6042" y="882"/>
              <a:ext cx="2884" cy="1516"/>
            </a:xfrm>
            <a:prstGeom prst="rect">
              <a:avLst/>
            </a:prstGeom>
          </p:spPr>
        </p:pic>
        <p:pic>
          <p:nvPicPr>
            <p:cNvPr id="171" name="图片 170"/>
            <p:cNvPicPr>
              <a:picLocks noChangeAspect="1"/>
            </p:cNvPicPr>
            <p:nvPr>
              <p:custDataLst>
                <p:tags r:id="rId109"/>
              </p:custDataLst>
            </p:nvPr>
          </p:nvPicPr>
          <p:blipFill>
            <a:blip r:embed="rId110"/>
            <a:stretch>
              <a:fillRect/>
            </a:stretch>
          </p:blipFill>
          <p:spPr>
            <a:xfrm>
              <a:off x="8728" y="2123"/>
              <a:ext cx="463" cy="463"/>
            </a:xfrm>
            <a:prstGeom prst="rect">
              <a:avLst/>
            </a:prstGeom>
          </p:spPr>
        </p:pic>
        <p:sp>
          <p:nvSpPr>
            <p:cNvPr id="172" name="文本框 171"/>
            <p:cNvSpPr txBox="1"/>
            <p:nvPr>
              <p:custDataLst>
                <p:tags r:id="rId111"/>
              </p:custDataLst>
            </p:nvPr>
          </p:nvSpPr>
          <p:spPr>
            <a:xfrm>
              <a:off x="8478" y="2635"/>
              <a:ext cx="90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/>
                <a:t>微调</a:t>
              </a:r>
              <a:endParaRPr lang="zh-CN" altLang="en-US" sz="1400"/>
            </a:p>
          </p:txBody>
        </p:sp>
        <p:pic>
          <p:nvPicPr>
            <p:cNvPr id="173" name="图片 172"/>
            <p:cNvPicPr>
              <a:picLocks noChangeAspect="1"/>
            </p:cNvPicPr>
            <p:nvPr>
              <p:custDataLst>
                <p:tags r:id="rId112"/>
              </p:custDataLst>
            </p:nvPr>
          </p:nvPicPr>
          <p:blipFill>
            <a:blip r:embed="rId113"/>
            <a:stretch>
              <a:fillRect/>
            </a:stretch>
          </p:blipFill>
          <p:spPr>
            <a:xfrm>
              <a:off x="6327" y="3151"/>
              <a:ext cx="772" cy="772"/>
            </a:xfrm>
            <a:prstGeom prst="rect">
              <a:avLst/>
            </a:prstGeom>
          </p:spPr>
        </p:pic>
        <p:pic>
          <p:nvPicPr>
            <p:cNvPr id="175" name="图片 174"/>
            <p:cNvPicPr>
              <a:picLocks noChangeAspect="1"/>
            </p:cNvPicPr>
            <p:nvPr>
              <p:custDataLst>
                <p:tags r:id="rId114"/>
              </p:custDataLst>
            </p:nvPr>
          </p:nvPicPr>
          <p:blipFill>
            <a:blip r:embed="rId115"/>
            <a:stretch>
              <a:fillRect/>
            </a:stretch>
          </p:blipFill>
          <p:spPr>
            <a:xfrm>
              <a:off x="7493" y="3049"/>
              <a:ext cx="869" cy="869"/>
            </a:xfrm>
            <a:prstGeom prst="rect">
              <a:avLst/>
            </a:prstGeom>
          </p:spPr>
        </p:pic>
        <p:sp>
          <p:nvSpPr>
            <p:cNvPr id="176" name="文本框 175"/>
            <p:cNvSpPr txBox="1"/>
            <p:nvPr>
              <p:custDataLst>
                <p:tags r:id="rId116"/>
              </p:custDataLst>
            </p:nvPr>
          </p:nvSpPr>
          <p:spPr>
            <a:xfrm>
              <a:off x="6129" y="3898"/>
              <a:ext cx="117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在线监管</a:t>
              </a:r>
              <a:endParaRPr lang="zh-CN" altLang="en-US" sz="10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77" name="文本框 176"/>
            <p:cNvSpPr txBox="1"/>
            <p:nvPr>
              <p:custDataLst>
                <p:tags r:id="rId117"/>
              </p:custDataLst>
            </p:nvPr>
          </p:nvSpPr>
          <p:spPr>
            <a:xfrm>
              <a:off x="7270" y="3885"/>
              <a:ext cx="138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Ollama</a:t>
              </a:r>
              <a:r>
                <a:rPr lang="zh-CN" altLang="en-US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部署</a:t>
              </a:r>
              <a:endParaRPr lang="zh-CN" altLang="en-US" sz="100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pic>
          <p:nvPicPr>
            <p:cNvPr id="178" name="图片 177" descr="/Users/suleynan_suir/Library/Containers/com.kingsoft.wpsoffice.mac/Data/tmp/photoeditapp/20260316010832/temp.pngtemp"/>
            <p:cNvPicPr>
              <a:picLocks noChangeAspect="1"/>
            </p:cNvPicPr>
            <p:nvPr>
              <p:custDataLst>
                <p:tags r:id="rId118"/>
              </p:custDataLst>
            </p:nvPr>
          </p:nvPicPr>
          <p:blipFill>
            <a:blip r:embed="rId119"/>
            <a:stretch>
              <a:fillRect/>
            </a:stretch>
          </p:blipFill>
          <p:spPr>
            <a:xfrm>
              <a:off x="7141" y="3310"/>
              <a:ext cx="392" cy="392"/>
            </a:xfrm>
            <a:prstGeom prst="rect">
              <a:avLst/>
            </a:prstGeom>
          </p:spPr>
        </p:pic>
        <p:sp>
          <p:nvSpPr>
            <p:cNvPr id="180" name="文本框 179"/>
            <p:cNvSpPr txBox="1"/>
            <p:nvPr>
              <p:custDataLst>
                <p:tags r:id="rId120"/>
              </p:custDataLst>
            </p:nvPr>
          </p:nvSpPr>
          <p:spPr>
            <a:xfrm>
              <a:off x="4608" y="4891"/>
              <a:ext cx="6252" cy="46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用户锚点聚焦、信息检验、焦点驱动的信息</a:t>
              </a:r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增益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3911" y="7516"/>
              <a:ext cx="28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/>
                <a:t>深度搜索用户</a:t>
              </a:r>
              <a:endParaRPr lang="zh-CN" altLang="en-US" sz="1200"/>
            </a:p>
            <a:p>
              <a:pPr algn="ctr"/>
              <a:r>
                <a:rPr lang="zh-CN" altLang="en-US" sz="1200"/>
                <a:t>真正关心的内容</a:t>
              </a:r>
              <a:endParaRPr lang="zh-CN" altLang="en-US" sz="1200"/>
            </a:p>
          </p:txBody>
        </p:sp>
        <p:sp>
          <p:nvSpPr>
            <p:cNvPr id="182" name="文本框 181"/>
            <p:cNvSpPr txBox="1"/>
            <p:nvPr>
              <p:custDataLst>
                <p:tags r:id="rId121"/>
              </p:custDataLst>
            </p:nvPr>
          </p:nvSpPr>
          <p:spPr>
            <a:xfrm rot="5400000">
              <a:off x="9588" y="5887"/>
              <a:ext cx="1719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结构化</a:t>
              </a:r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整合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190" name="圆角矩形 189"/>
            <p:cNvSpPr/>
            <p:nvPr>
              <p:custDataLst>
                <p:tags r:id="rId122"/>
              </p:custDataLst>
            </p:nvPr>
          </p:nvSpPr>
          <p:spPr>
            <a:xfrm>
              <a:off x="11990" y="284"/>
              <a:ext cx="6960" cy="1127"/>
            </a:xfrm>
            <a:prstGeom prst="roundRect">
              <a:avLst>
                <a:gd name="adj" fmla="val 31523"/>
              </a:avLst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 w="12700" cmpd="sng">
              <a:solidFill>
                <a:schemeClr val="accent1">
                  <a:shade val="50000"/>
                  <a:alpha val="4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12084" y="411"/>
              <a:ext cx="2877" cy="1000"/>
              <a:chOff x="11880" y="411"/>
              <a:chExt cx="2877" cy="1000"/>
            </a:xfrm>
          </p:grpSpPr>
          <p:pic>
            <p:nvPicPr>
              <p:cNvPr id="183" name="图片 182"/>
              <p:cNvPicPr>
                <a:picLocks noChangeAspect="1"/>
              </p:cNvPicPr>
              <p:nvPr>
                <p:custDataLst>
                  <p:tags r:id="rId123"/>
                </p:custDataLst>
              </p:nvPr>
            </p:nvPicPr>
            <p:blipFill>
              <a:blip r:embed="rId124"/>
              <a:stretch>
                <a:fillRect/>
              </a:stretch>
            </p:blipFill>
            <p:spPr>
              <a:xfrm>
                <a:off x="11880" y="459"/>
                <a:ext cx="539" cy="539"/>
              </a:xfrm>
              <a:prstGeom prst="rect">
                <a:avLst/>
              </a:prstGeom>
            </p:spPr>
          </p:pic>
          <p:pic>
            <p:nvPicPr>
              <p:cNvPr id="184" name="图片 183"/>
              <p:cNvPicPr>
                <a:picLocks noChangeAspect="1"/>
              </p:cNvPicPr>
              <p:nvPr>
                <p:custDataLst>
                  <p:tags r:id="rId125"/>
                </p:custDataLst>
              </p:nvPr>
            </p:nvPicPr>
            <p:blipFill>
              <a:blip r:embed="rId126"/>
              <a:stretch>
                <a:fillRect/>
              </a:stretch>
            </p:blipFill>
            <p:spPr>
              <a:xfrm>
                <a:off x="12495" y="411"/>
                <a:ext cx="622" cy="622"/>
              </a:xfrm>
              <a:prstGeom prst="rect">
                <a:avLst/>
              </a:prstGeom>
            </p:spPr>
          </p:pic>
          <p:pic>
            <p:nvPicPr>
              <p:cNvPr id="186" name="图片 185"/>
              <p:cNvPicPr>
                <a:picLocks noChangeAspect="1"/>
              </p:cNvPicPr>
              <p:nvPr>
                <p:custDataLst>
                  <p:tags r:id="rId127"/>
                </p:custDataLst>
              </p:nvPr>
            </p:nvPicPr>
            <p:blipFill>
              <a:blip r:embed="rId128"/>
              <a:stretch>
                <a:fillRect/>
              </a:stretch>
            </p:blipFill>
            <p:spPr>
              <a:xfrm>
                <a:off x="12983" y="411"/>
                <a:ext cx="1774" cy="554"/>
              </a:xfrm>
              <a:prstGeom prst="rect">
                <a:avLst/>
              </a:prstGeom>
            </p:spPr>
          </p:pic>
          <p:sp>
            <p:nvSpPr>
              <p:cNvPr id="187" name="文本框 186"/>
              <p:cNvSpPr txBox="1"/>
              <p:nvPr>
                <p:custDataLst>
                  <p:tags r:id="rId129"/>
                </p:custDataLst>
              </p:nvPr>
            </p:nvSpPr>
            <p:spPr>
              <a:xfrm>
                <a:off x="12124" y="1025"/>
                <a:ext cx="2254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/>
                  <a:t>现实相关数据源</a:t>
                </a:r>
                <a:endParaRPr lang="zh-CN" altLang="en-US" sz="1000"/>
              </a:p>
            </p:txBody>
          </p:sp>
        </p:grpSp>
        <p:pic>
          <p:nvPicPr>
            <p:cNvPr id="192" name="图片 191" descr="/Users/suleynan_suir/Library/Containers/com.kingsoft.wpsoffice.mac/Data/tmp/photoeditapp/20260316004634/temp.pngtemp"/>
            <p:cNvPicPr>
              <a:picLocks noChangeAspect="1"/>
            </p:cNvPicPr>
            <p:nvPr>
              <p:custDataLst>
                <p:tags r:id="rId130"/>
              </p:custDataLst>
            </p:nvPr>
          </p:nvPicPr>
          <p:blipFill>
            <a:blip r:embed="rId92"/>
            <a:stretch>
              <a:fillRect/>
            </a:stretch>
          </p:blipFill>
          <p:spPr>
            <a:xfrm>
              <a:off x="14961" y="303"/>
              <a:ext cx="810" cy="810"/>
            </a:xfrm>
            <a:prstGeom prst="rect">
              <a:avLst/>
            </a:prstGeom>
          </p:spPr>
        </p:pic>
        <p:pic>
          <p:nvPicPr>
            <p:cNvPr id="193" name="图片 192"/>
            <p:cNvPicPr>
              <a:picLocks noChangeAspect="1"/>
            </p:cNvPicPr>
            <p:nvPr>
              <p:custDataLst>
                <p:tags r:id="rId131"/>
              </p:custDataLst>
            </p:nvPr>
          </p:nvPicPr>
          <p:blipFill>
            <a:blip r:embed="rId48"/>
            <a:stretch>
              <a:fillRect/>
            </a:stretch>
          </p:blipFill>
          <p:spPr>
            <a:xfrm>
              <a:off x="16136" y="403"/>
              <a:ext cx="622" cy="622"/>
            </a:xfrm>
            <a:prstGeom prst="rect">
              <a:avLst/>
            </a:prstGeom>
          </p:spPr>
        </p:pic>
        <p:sp>
          <p:nvSpPr>
            <p:cNvPr id="194" name="文本框 193"/>
            <p:cNvSpPr txBox="1"/>
            <p:nvPr>
              <p:custDataLst>
                <p:tags r:id="rId132"/>
              </p:custDataLst>
            </p:nvPr>
          </p:nvSpPr>
          <p:spPr>
            <a:xfrm>
              <a:off x="14247" y="1025"/>
              <a:ext cx="225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/>
                <a:t>增强数据源</a:t>
              </a:r>
              <a:endParaRPr lang="zh-CN" altLang="en-US" sz="1000"/>
            </a:p>
          </p:txBody>
        </p:sp>
        <p:pic>
          <p:nvPicPr>
            <p:cNvPr id="195" name="图片 194" descr="/Users/suleynan_suir/Library/Containers/com.kingsoft.wpsoffice.mac/Data/tmp/photoeditapp/20260316092225/temp.pngtemp"/>
            <p:cNvPicPr>
              <a:picLocks noChangeAspect="1"/>
            </p:cNvPicPr>
            <p:nvPr>
              <p:custDataLst>
                <p:tags r:id="rId133"/>
              </p:custDataLst>
            </p:nvPr>
          </p:nvPicPr>
          <p:blipFill>
            <a:blip r:embed="rId134"/>
            <a:stretch>
              <a:fillRect/>
            </a:stretch>
          </p:blipFill>
          <p:spPr>
            <a:xfrm>
              <a:off x="16758" y="531"/>
              <a:ext cx="539" cy="582"/>
            </a:xfrm>
            <a:prstGeom prst="rect">
              <a:avLst/>
            </a:prstGeom>
          </p:spPr>
        </p:pic>
        <p:pic>
          <p:nvPicPr>
            <p:cNvPr id="196" name="图片 195" descr="/Users/suleynan_suir/Library/Containers/com.kingsoft.wpsoffice.mac/Data/tmp/photoeditapp/20260316092307/temp.pngtemp"/>
            <p:cNvPicPr>
              <a:picLocks noChangeAspect="1"/>
            </p:cNvPicPr>
            <p:nvPr>
              <p:custDataLst>
                <p:tags r:id="rId135"/>
              </p:custDataLst>
            </p:nvPr>
          </p:nvPicPr>
          <p:blipFill>
            <a:blip r:embed="rId136"/>
            <a:stretch>
              <a:fillRect/>
            </a:stretch>
          </p:blipFill>
          <p:spPr>
            <a:xfrm>
              <a:off x="17297" y="557"/>
              <a:ext cx="468" cy="468"/>
            </a:xfrm>
            <a:prstGeom prst="rect">
              <a:avLst/>
            </a:prstGeom>
          </p:spPr>
        </p:pic>
        <p:pic>
          <p:nvPicPr>
            <p:cNvPr id="198" name="图片 197"/>
            <p:cNvPicPr>
              <a:picLocks noChangeAspect="1"/>
            </p:cNvPicPr>
            <p:nvPr>
              <p:custDataLst>
                <p:tags r:id="rId137"/>
              </p:custDataLst>
            </p:nvPr>
          </p:nvPicPr>
          <p:blipFill>
            <a:blip r:embed="rId138">
              <a:alphaModFix amt="44000"/>
            </a:blip>
            <a:stretch>
              <a:fillRect/>
            </a:stretch>
          </p:blipFill>
          <p:spPr>
            <a:xfrm>
              <a:off x="17831" y="569"/>
              <a:ext cx="396" cy="396"/>
            </a:xfrm>
            <a:prstGeom prst="rect">
              <a:avLst/>
            </a:prstGeom>
          </p:spPr>
        </p:pic>
        <p:sp>
          <p:nvSpPr>
            <p:cNvPr id="199" name="文本框 198"/>
            <p:cNvSpPr txBox="1"/>
            <p:nvPr>
              <p:custDataLst>
                <p:tags r:id="rId139"/>
              </p:custDataLst>
            </p:nvPr>
          </p:nvSpPr>
          <p:spPr>
            <a:xfrm>
              <a:off x="14965" y="1009"/>
              <a:ext cx="48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/>
                <a:t>用户</a:t>
              </a:r>
              <a:r>
                <a:rPr lang="zh-CN" altLang="en-US" sz="1000"/>
                <a:t>焦点—关注、</a:t>
              </a:r>
              <a:r>
                <a:rPr lang="zh-CN" altLang="en-US" sz="1000"/>
                <a:t>疑惑点</a:t>
              </a:r>
              <a:endParaRPr lang="zh-CN" altLang="en-US" sz="1000"/>
            </a:p>
          </p:txBody>
        </p:sp>
        <p:sp>
          <p:nvSpPr>
            <p:cNvPr id="201" name="立方体 200"/>
            <p:cNvSpPr/>
            <p:nvPr>
              <p:custDataLst>
                <p:tags r:id="rId140"/>
              </p:custDataLst>
            </p:nvPr>
          </p:nvSpPr>
          <p:spPr>
            <a:xfrm>
              <a:off x="13398" y="2045"/>
              <a:ext cx="1787" cy="1197"/>
            </a:xfrm>
            <a:prstGeom prst="cube">
              <a:avLst>
                <a:gd name="adj" fmla="val 28364"/>
              </a:avLst>
            </a:prstGeom>
            <a:solidFill>
              <a:schemeClr val="accent3">
                <a:lumMod val="40000"/>
                <a:lumOff val="60000"/>
                <a:alpha val="36000"/>
              </a:schemeClr>
            </a:solidFill>
            <a:ln w="19050" cmpd="thickThin">
              <a:noFill/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 b="1" i="1">
                  <a:solidFill>
                    <a:schemeClr val="tx1"/>
                  </a:solidFill>
                  <a:latin typeface="Times New Roman Bold Italic" panose="02020603050405020304" charset="0"/>
                  <a:cs typeface="Times New Roman Bold Italic" panose="02020603050405020304" charset="0"/>
                </a:rPr>
                <a:t>信息提取先验模块</a:t>
              </a:r>
              <a:endParaRPr lang="zh-CN" altLang="en-US" sz="1400" b="1" i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endParaRPr>
            </a:p>
          </p:txBody>
        </p:sp>
        <p:grpSp>
          <p:nvGrpSpPr>
            <p:cNvPr id="202" name="组合 201"/>
            <p:cNvGrpSpPr/>
            <p:nvPr/>
          </p:nvGrpSpPr>
          <p:grpSpPr>
            <a:xfrm>
              <a:off x="15326" y="6029"/>
              <a:ext cx="1009" cy="955"/>
              <a:chOff x="8538" y="1993"/>
              <a:chExt cx="1170" cy="1220"/>
            </a:xfrm>
          </p:grpSpPr>
          <p:pic>
            <p:nvPicPr>
              <p:cNvPr id="203" name="图片 202" descr="/Users/suleynan_suir/Library/Containers/com.kingsoft.wpsoffice.mac/Data/tmp/photoeditapp/20260315235532/temp.pngtemp"/>
              <p:cNvPicPr>
                <a:picLocks noChangeAspect="1"/>
              </p:cNvPicPr>
              <p:nvPr>
                <p:custDataLst>
                  <p:tags r:id="rId141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8538" y="1993"/>
                <a:ext cx="1170" cy="1220"/>
              </a:xfrm>
              <a:prstGeom prst="rect">
                <a:avLst/>
              </a:prstGeom>
            </p:spPr>
          </p:pic>
          <p:pic>
            <p:nvPicPr>
              <p:cNvPr id="204" name="图片 203"/>
              <p:cNvPicPr>
                <a:picLocks noChangeAspect="1"/>
              </p:cNvPicPr>
              <p:nvPr>
                <p:custDataLst>
                  <p:tags r:id="rId142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8788" y="2458"/>
                <a:ext cx="670" cy="670"/>
              </a:xfrm>
              <a:prstGeom prst="rect">
                <a:avLst/>
              </a:prstGeom>
            </p:spPr>
          </p:pic>
        </p:grpSp>
        <p:cxnSp>
          <p:nvCxnSpPr>
            <p:cNvPr id="206" name="肘形连接符 205"/>
            <p:cNvCxnSpPr>
              <a:stCxn id="190" idx="3"/>
              <a:endCxn id="201" idx="0"/>
            </p:cNvCxnSpPr>
            <p:nvPr>
              <p:custDataLst>
                <p:tags r:id="rId143"/>
              </p:custDataLst>
            </p:nvPr>
          </p:nvCxnSpPr>
          <p:spPr>
            <a:xfrm flipH="1">
              <a:off x="14461" y="848"/>
              <a:ext cx="4489" cy="1197"/>
            </a:xfrm>
            <a:prstGeom prst="bentConnector4">
              <a:avLst>
                <a:gd name="adj1" fmla="val -8354"/>
                <a:gd name="adj2" fmla="val 73517"/>
              </a:avLst>
            </a:prstGeom>
            <a:ln w="254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7" name="文本框 206"/>
            <p:cNvSpPr txBox="1"/>
            <p:nvPr>
              <p:custDataLst>
                <p:tags r:id="rId144"/>
              </p:custDataLst>
            </p:nvPr>
          </p:nvSpPr>
          <p:spPr>
            <a:xfrm>
              <a:off x="16471" y="1761"/>
              <a:ext cx="1719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结构化</a:t>
              </a:r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整合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grpSp>
          <p:nvGrpSpPr>
            <p:cNvPr id="217" name="组合 216"/>
            <p:cNvGrpSpPr/>
            <p:nvPr/>
          </p:nvGrpSpPr>
          <p:grpSpPr>
            <a:xfrm>
              <a:off x="15366" y="2179"/>
              <a:ext cx="2122" cy="1480"/>
              <a:chOff x="17241" y="2062"/>
              <a:chExt cx="2122" cy="1480"/>
            </a:xfrm>
          </p:grpSpPr>
          <p:pic>
            <p:nvPicPr>
              <p:cNvPr id="210" name="图片 209" descr="/Users/suleynan_suir/Library/Containers/com.kingsoft.wpsoffice.mac/Data/tmp/photoeditapp/20260316093543/temp.pngtemp"/>
              <p:cNvPicPr>
                <a:picLocks noChangeAspect="1"/>
              </p:cNvPicPr>
              <p:nvPr>
                <p:custDataLst>
                  <p:tags r:id="rId145"/>
                </p:custDataLst>
              </p:nvPr>
            </p:nvPicPr>
            <p:blipFill>
              <a:blip r:embed="rId146"/>
              <a:stretch>
                <a:fillRect/>
              </a:stretch>
            </p:blipFill>
            <p:spPr>
              <a:xfrm>
                <a:off x="17241" y="2062"/>
                <a:ext cx="2122" cy="1114"/>
              </a:xfrm>
              <a:prstGeom prst="rect">
                <a:avLst/>
              </a:prstGeom>
            </p:spPr>
          </p:pic>
          <p:sp>
            <p:nvSpPr>
              <p:cNvPr id="211" name="文本框 210"/>
              <p:cNvSpPr txBox="1"/>
              <p:nvPr>
                <p:custDataLst>
                  <p:tags r:id="rId147"/>
                </p:custDataLst>
              </p:nvPr>
            </p:nvSpPr>
            <p:spPr>
              <a:xfrm>
                <a:off x="17275" y="2988"/>
                <a:ext cx="2079" cy="5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LLMs Graph Generator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18" name="组合 217"/>
            <p:cNvGrpSpPr/>
            <p:nvPr/>
          </p:nvGrpSpPr>
          <p:grpSpPr>
            <a:xfrm>
              <a:off x="13361" y="3941"/>
              <a:ext cx="1787" cy="1440"/>
              <a:chOff x="14726" y="4998"/>
              <a:chExt cx="2563" cy="2239"/>
            </a:xfrm>
          </p:grpSpPr>
          <p:pic>
            <p:nvPicPr>
              <p:cNvPr id="209" name="图片 208" descr="/Users/suleynan_suir/Library/Containers/com.kingsoft.wpsoffice.mac/Data/tmp/photoeditapp/20260316093343/temp.pngtemp"/>
              <p:cNvPicPr>
                <a:picLocks noChangeAspect="1"/>
              </p:cNvPicPr>
              <p:nvPr>
                <p:custDataLst>
                  <p:tags r:id="rId148"/>
                </p:custDataLst>
              </p:nvPr>
            </p:nvPicPr>
            <p:blipFill>
              <a:blip r:embed="rId149"/>
              <a:stretch>
                <a:fillRect/>
              </a:stretch>
            </p:blipFill>
            <p:spPr>
              <a:xfrm>
                <a:off x="14726" y="4998"/>
                <a:ext cx="2563" cy="1777"/>
              </a:xfrm>
              <a:prstGeom prst="rect">
                <a:avLst/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</p:pic>
          <p:sp>
            <p:nvSpPr>
              <p:cNvPr id="212" name="文本框 211"/>
              <p:cNvSpPr txBox="1"/>
              <p:nvPr>
                <p:custDataLst>
                  <p:tags r:id="rId150"/>
                </p:custDataLst>
              </p:nvPr>
            </p:nvSpPr>
            <p:spPr>
              <a:xfrm>
                <a:off x="14998" y="6683"/>
                <a:ext cx="2079" cy="5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Embedding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pic>
          <p:nvPicPr>
            <p:cNvPr id="213" name="图片 212" descr="/Users/suleynan_suir/Library/Containers/com.kingsoft.wpsoffice.mac/Data/tmp/photoeditapp/20260316093828/temp.pngtemp"/>
            <p:cNvPicPr>
              <a:picLocks noChangeAspect="1"/>
            </p:cNvPicPr>
            <p:nvPr>
              <p:custDataLst>
                <p:tags r:id="rId151"/>
              </p:custDataLst>
            </p:nvPr>
          </p:nvPicPr>
          <p:blipFill>
            <a:blip r:embed="rId152"/>
            <a:stretch>
              <a:fillRect/>
            </a:stretch>
          </p:blipFill>
          <p:spPr>
            <a:xfrm>
              <a:off x="12061" y="2115"/>
              <a:ext cx="1126" cy="1126"/>
            </a:xfrm>
            <a:prstGeom prst="rect">
              <a:avLst/>
            </a:prstGeom>
          </p:spPr>
        </p:pic>
        <p:sp>
          <p:nvSpPr>
            <p:cNvPr id="214" name="文本框 213"/>
            <p:cNvSpPr txBox="1"/>
            <p:nvPr>
              <p:custDataLst>
                <p:tags r:id="rId153"/>
              </p:custDataLst>
            </p:nvPr>
          </p:nvSpPr>
          <p:spPr>
            <a:xfrm>
              <a:off x="11833" y="3176"/>
              <a:ext cx="1224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Raw Query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6" name="直接箭头连接符 215"/>
            <p:cNvCxnSpPr>
              <a:endCxn id="201" idx="2"/>
            </p:cNvCxnSpPr>
            <p:nvPr>
              <p:custDataLst>
                <p:tags r:id="rId154"/>
              </p:custDataLst>
            </p:nvPr>
          </p:nvCxnSpPr>
          <p:spPr>
            <a:xfrm>
              <a:off x="12804" y="2813"/>
              <a:ext cx="594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9" name="直接箭头连接符 218"/>
            <p:cNvCxnSpPr/>
            <p:nvPr>
              <p:custDataLst>
                <p:tags r:id="rId155"/>
              </p:custDataLst>
            </p:nvPr>
          </p:nvCxnSpPr>
          <p:spPr>
            <a:xfrm>
              <a:off x="14214" y="3310"/>
              <a:ext cx="0" cy="533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0" name="肘形连接符 219"/>
            <p:cNvCxnSpPr>
              <a:endCxn id="209" idx="1"/>
            </p:cNvCxnSpPr>
            <p:nvPr>
              <p:custDataLst>
                <p:tags r:id="rId156"/>
              </p:custDataLst>
            </p:nvPr>
          </p:nvCxnSpPr>
          <p:spPr>
            <a:xfrm>
              <a:off x="12454" y="3951"/>
              <a:ext cx="907" cy="562"/>
            </a:xfrm>
            <a:prstGeom prst="bentConnector3">
              <a:avLst>
                <a:gd name="adj1" fmla="val 1764"/>
              </a:avLst>
            </a:prstGeom>
            <a:ln w="254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1" name="直接箭头连接符 220"/>
            <p:cNvCxnSpPr/>
            <p:nvPr>
              <p:custDataLst>
                <p:tags r:id="rId157"/>
              </p:custDataLst>
            </p:nvPr>
          </p:nvCxnSpPr>
          <p:spPr>
            <a:xfrm>
              <a:off x="15309" y="2813"/>
              <a:ext cx="594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2" name="组合 231"/>
            <p:cNvGrpSpPr/>
            <p:nvPr/>
          </p:nvGrpSpPr>
          <p:grpSpPr>
            <a:xfrm>
              <a:off x="17400" y="2443"/>
              <a:ext cx="2078" cy="1216"/>
              <a:chOff x="17533" y="2443"/>
              <a:chExt cx="2078" cy="1216"/>
            </a:xfrm>
          </p:grpSpPr>
          <p:grpSp>
            <p:nvGrpSpPr>
              <p:cNvPr id="229" name="组合 228"/>
              <p:cNvGrpSpPr/>
              <p:nvPr/>
            </p:nvGrpSpPr>
            <p:grpSpPr>
              <a:xfrm>
                <a:off x="17861" y="2443"/>
                <a:ext cx="1388" cy="606"/>
                <a:chOff x="17562" y="2546"/>
                <a:chExt cx="2035" cy="908"/>
              </a:xfrm>
            </p:grpSpPr>
            <p:pic>
              <p:nvPicPr>
                <p:cNvPr id="224" name="图片 223" descr="/Users/suleynan_suir/Library/Containers/com.kingsoft.wpsoffice.mac/Data/tmp/photoeditapp/20260316094803/temp.pngtemp"/>
                <p:cNvPicPr>
                  <a:picLocks noChangeAspect="1"/>
                </p:cNvPicPr>
                <p:nvPr>
                  <p:custDataLst>
                    <p:tags r:id="rId158"/>
                  </p:custDataLst>
                </p:nvPr>
              </p:nvPicPr>
              <p:blipFill>
                <a:blip r:embed="rId159"/>
                <a:stretch>
                  <a:fillRect/>
                </a:stretch>
              </p:blipFill>
              <p:spPr>
                <a:xfrm rot="1380000">
                  <a:off x="17562" y="2546"/>
                  <a:ext cx="851" cy="851"/>
                </a:xfrm>
                <a:prstGeom prst="rect">
                  <a:avLst/>
                </a:prstGeom>
              </p:spPr>
            </p:pic>
            <p:pic>
              <p:nvPicPr>
                <p:cNvPr id="226" name="图片 225" descr="/Users/suleynan_suir/Library/Containers/com.kingsoft.wpsoffice.mac/Data/tmp/photoeditapp/20260316094901/temp.pngtemp"/>
                <p:cNvPicPr>
                  <a:picLocks noChangeAspect="1"/>
                </p:cNvPicPr>
                <p:nvPr>
                  <p:custDataLst>
                    <p:tags r:id="rId160"/>
                  </p:custDataLst>
                </p:nvPr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729" y="2586"/>
                  <a:ext cx="868" cy="868"/>
                </a:xfrm>
                <a:prstGeom prst="rect">
                  <a:avLst/>
                </a:prstGeom>
              </p:spPr>
            </p:pic>
          </p:grpSp>
          <p:sp>
            <p:nvSpPr>
              <p:cNvPr id="227" name="文本框 226"/>
              <p:cNvSpPr txBox="1"/>
              <p:nvPr>
                <p:custDataLst>
                  <p:tags r:id="rId162"/>
                </p:custDataLst>
              </p:nvPr>
            </p:nvSpPr>
            <p:spPr>
              <a:xfrm>
                <a:off x="17533" y="3105"/>
                <a:ext cx="2079" cy="55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Entity and Relationship 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231" name="直接箭头连接符 230"/>
            <p:cNvCxnSpPr/>
            <p:nvPr>
              <p:custDataLst>
                <p:tags r:id="rId163"/>
              </p:custDataLst>
            </p:nvPr>
          </p:nvCxnSpPr>
          <p:spPr>
            <a:xfrm>
              <a:off x="16909" y="2813"/>
              <a:ext cx="594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4" name="文本框 233"/>
            <p:cNvSpPr txBox="1"/>
            <p:nvPr>
              <p:custDataLst>
                <p:tags r:id="rId164"/>
              </p:custDataLst>
            </p:nvPr>
          </p:nvSpPr>
          <p:spPr>
            <a:xfrm>
              <a:off x="16442" y="5021"/>
              <a:ext cx="207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solidFill>
                    <a:schemeClr val="tx1"/>
                  </a:solidFill>
                </a:rPr>
                <a:t>图数据库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grpSp>
          <p:nvGrpSpPr>
            <p:cNvPr id="238" name="组合 237"/>
            <p:cNvGrpSpPr/>
            <p:nvPr/>
          </p:nvGrpSpPr>
          <p:grpSpPr>
            <a:xfrm>
              <a:off x="16301" y="4058"/>
              <a:ext cx="2350" cy="980"/>
              <a:chOff x="16419" y="4058"/>
              <a:chExt cx="2350" cy="980"/>
            </a:xfrm>
          </p:grpSpPr>
          <p:pic>
            <p:nvPicPr>
              <p:cNvPr id="233" name="图片 232"/>
              <p:cNvPicPr>
                <a:picLocks noChangeAspect="1"/>
              </p:cNvPicPr>
              <p:nvPr>
                <p:custDataLst>
                  <p:tags r:id="rId165"/>
                </p:custDataLst>
              </p:nvPr>
            </p:nvPicPr>
            <p:blipFill>
              <a:blip r:embed="rId166"/>
              <a:stretch>
                <a:fillRect/>
              </a:stretch>
            </p:blipFill>
            <p:spPr>
              <a:xfrm>
                <a:off x="16419" y="4058"/>
                <a:ext cx="981" cy="981"/>
              </a:xfrm>
              <a:prstGeom prst="rect">
                <a:avLst/>
              </a:prstGeom>
            </p:spPr>
          </p:pic>
          <p:pic>
            <p:nvPicPr>
              <p:cNvPr id="235" name="图片 234"/>
              <p:cNvPicPr>
                <a:picLocks noChangeAspect="1"/>
              </p:cNvPicPr>
              <p:nvPr>
                <p:custDataLst>
                  <p:tags r:id="rId167"/>
                </p:custDataLst>
              </p:nvPr>
            </p:nvPicPr>
            <p:blipFill>
              <a:blip r:embed="rId168"/>
              <a:stretch>
                <a:fillRect/>
              </a:stretch>
            </p:blipFill>
            <p:spPr>
              <a:xfrm>
                <a:off x="17795" y="4058"/>
                <a:ext cx="974" cy="920"/>
              </a:xfrm>
              <a:prstGeom prst="rect">
                <a:avLst/>
              </a:prstGeom>
            </p:spPr>
          </p:pic>
          <p:pic>
            <p:nvPicPr>
              <p:cNvPr id="236" name="图片 235" descr="/Users/suleynan_suir/Library/Containers/com.kingsoft.wpsoffice.mac/Data/tmp/photoeditapp/20260316010832/temp.pngtemp"/>
              <p:cNvPicPr>
                <a:picLocks noChangeAspect="1"/>
              </p:cNvPicPr>
              <p:nvPr>
                <p:custDataLst>
                  <p:tags r:id="rId169"/>
                </p:custDataLst>
              </p:nvPr>
            </p:nvPicPr>
            <p:blipFill>
              <a:blip r:embed="rId119"/>
              <a:stretch>
                <a:fillRect/>
              </a:stretch>
            </p:blipFill>
            <p:spPr>
              <a:xfrm>
                <a:off x="17365" y="4382"/>
                <a:ext cx="392" cy="392"/>
              </a:xfrm>
              <a:prstGeom prst="rect">
                <a:avLst/>
              </a:prstGeom>
            </p:spPr>
          </p:pic>
        </p:grpSp>
        <p:sp>
          <p:nvSpPr>
            <p:cNvPr id="237" name="文本框 236"/>
            <p:cNvSpPr txBox="1"/>
            <p:nvPr>
              <p:custDataLst>
                <p:tags r:id="rId170"/>
              </p:custDataLst>
            </p:nvPr>
          </p:nvSpPr>
          <p:spPr>
            <a:xfrm>
              <a:off x="18437" y="4594"/>
              <a:ext cx="1775" cy="4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PuppyGraph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39" name="肘形连接符 238"/>
            <p:cNvCxnSpPr/>
            <p:nvPr>
              <p:custDataLst>
                <p:tags r:id="rId171"/>
              </p:custDataLst>
            </p:nvPr>
          </p:nvCxnSpPr>
          <p:spPr>
            <a:xfrm flipH="1">
              <a:off x="19071" y="2759"/>
              <a:ext cx="147" cy="1758"/>
            </a:xfrm>
            <a:prstGeom prst="bentConnector4">
              <a:avLst>
                <a:gd name="adj1" fmla="val -255102"/>
                <a:gd name="adj2" fmla="val 100227"/>
              </a:avLst>
            </a:prstGeom>
            <a:ln w="254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0" name="直接箭头连接符 239"/>
            <p:cNvCxnSpPr/>
            <p:nvPr>
              <p:custDataLst>
                <p:tags r:id="rId172"/>
              </p:custDataLst>
            </p:nvPr>
          </p:nvCxnSpPr>
          <p:spPr>
            <a:xfrm>
              <a:off x="15267" y="4513"/>
              <a:ext cx="919" cy="1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1" name="文本框 240"/>
            <p:cNvSpPr txBox="1"/>
            <p:nvPr>
              <p:custDataLst>
                <p:tags r:id="rId173"/>
              </p:custDataLst>
            </p:nvPr>
          </p:nvSpPr>
          <p:spPr>
            <a:xfrm>
              <a:off x="14876" y="4055"/>
              <a:ext cx="1719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图遍历</a:t>
              </a: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相似度搜索</a:t>
              </a: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grpSp>
          <p:nvGrpSpPr>
            <p:cNvPr id="253" name="组合 252"/>
            <p:cNvGrpSpPr/>
            <p:nvPr/>
          </p:nvGrpSpPr>
          <p:grpSpPr>
            <a:xfrm>
              <a:off x="17100" y="6096"/>
              <a:ext cx="2792" cy="1230"/>
              <a:chOff x="16031" y="5756"/>
              <a:chExt cx="2792" cy="1230"/>
            </a:xfrm>
          </p:grpSpPr>
          <p:sp>
            <p:nvSpPr>
              <p:cNvPr id="252" name="圆角矩形 251"/>
              <p:cNvSpPr/>
              <p:nvPr>
                <p:custDataLst>
                  <p:tags r:id="rId174"/>
                </p:custDataLst>
              </p:nvPr>
            </p:nvSpPr>
            <p:spPr>
              <a:xfrm>
                <a:off x="16031" y="5756"/>
                <a:ext cx="2793" cy="1231"/>
              </a:xfrm>
              <a:prstGeom prst="roundRect">
                <a:avLst>
                  <a:gd name="adj" fmla="val 25264"/>
                </a:avLst>
              </a:prstGeom>
              <a:solidFill>
                <a:schemeClr val="accent4">
                  <a:lumMod val="40000"/>
                  <a:lumOff val="60000"/>
                  <a:alpha val="30000"/>
                </a:schemeClr>
              </a:solidFill>
              <a:ln w="12700" cmpd="sng">
                <a:solidFill>
                  <a:schemeClr val="accent1">
                    <a:shade val="50000"/>
                    <a:alpha val="48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grpSp>
            <p:nvGrpSpPr>
              <p:cNvPr id="251" name="组合 250"/>
              <p:cNvGrpSpPr/>
              <p:nvPr/>
            </p:nvGrpSpPr>
            <p:grpSpPr>
              <a:xfrm>
                <a:off x="16031" y="5888"/>
                <a:ext cx="2793" cy="922"/>
                <a:chOff x="13917" y="6630"/>
                <a:chExt cx="3889" cy="1329"/>
              </a:xfrm>
            </p:grpSpPr>
            <p:grpSp>
              <p:nvGrpSpPr>
                <p:cNvPr id="246" name="组合 245"/>
                <p:cNvGrpSpPr/>
                <p:nvPr/>
              </p:nvGrpSpPr>
              <p:grpSpPr>
                <a:xfrm>
                  <a:off x="14271" y="6630"/>
                  <a:ext cx="981" cy="1034"/>
                  <a:chOff x="14071" y="6630"/>
                  <a:chExt cx="1294" cy="1294"/>
                </a:xfrm>
              </p:grpSpPr>
              <p:pic>
                <p:nvPicPr>
                  <p:cNvPr id="242" name="图片 241"/>
                  <p:cNvPicPr>
                    <a:picLocks noChangeAspect="1"/>
                  </p:cNvPicPr>
                  <p:nvPr>
                    <p:custDataLst>
                      <p:tags r:id="rId175"/>
                    </p:custDataLst>
                  </p:nvPr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14071" y="6630"/>
                    <a:ext cx="894" cy="894"/>
                  </a:xfrm>
                  <a:prstGeom prst="rect">
                    <a:avLst/>
                  </a:prstGeom>
                </p:spPr>
              </p:pic>
              <p:pic>
                <p:nvPicPr>
                  <p:cNvPr id="243" name="图片 242"/>
                  <p:cNvPicPr>
                    <a:picLocks noChangeAspect="1"/>
                  </p:cNvPicPr>
                  <p:nvPr>
                    <p:custDataLst>
                      <p:tags r:id="rId177"/>
                    </p:custDataLst>
                  </p:nvPr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14271" y="6830"/>
                    <a:ext cx="894" cy="894"/>
                  </a:xfrm>
                  <a:prstGeom prst="rect">
                    <a:avLst/>
                  </a:prstGeom>
                </p:spPr>
              </p:pic>
              <p:pic>
                <p:nvPicPr>
                  <p:cNvPr id="244" name="图片 243"/>
                  <p:cNvPicPr>
                    <a:picLocks noChangeAspect="1"/>
                  </p:cNvPicPr>
                  <p:nvPr>
                    <p:custDataLst>
                      <p:tags r:id="rId178"/>
                    </p:custDataLst>
                  </p:nvPr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14471" y="7030"/>
                    <a:ext cx="894" cy="89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45" name="图片 244" descr="/Users/suleynan_suir/Library/Containers/com.kingsoft.wpsoffice.mac/Data/tmp/photoeditapp/20260316094901/temp.pngtemp"/>
                <p:cNvPicPr>
                  <a:picLocks noChangeAspect="1"/>
                </p:cNvPicPr>
                <p:nvPr>
                  <p:custDataLst>
                    <p:tags r:id="rId179"/>
                  </p:custDataLst>
                </p:nvPr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523" y="6710"/>
                  <a:ext cx="854" cy="836"/>
                </a:xfrm>
                <a:prstGeom prst="rect">
                  <a:avLst/>
                </a:prstGeom>
              </p:spPr>
            </p:pic>
            <p:pic>
              <p:nvPicPr>
                <p:cNvPr id="247" name="图片 246" descr="/Users/suleynan_suir/Library/Containers/com.kingsoft.wpsoffice.mac/Data/tmp/photoeditapp/20260316093828/temp.pngtemp"/>
                <p:cNvPicPr>
                  <a:picLocks noChangeAspect="1"/>
                </p:cNvPicPr>
                <p:nvPr>
                  <p:custDataLst>
                    <p:tags r:id="rId180"/>
                  </p:custDataLst>
                </p:nvPr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778" y="6656"/>
                  <a:ext cx="974" cy="974"/>
                </a:xfrm>
                <a:prstGeom prst="rect">
                  <a:avLst/>
                </a:prstGeom>
              </p:spPr>
            </p:pic>
            <p:sp>
              <p:nvSpPr>
                <p:cNvPr id="248" name="文本框 247"/>
                <p:cNvSpPr txBox="1"/>
                <p:nvPr>
                  <p:custDataLst>
                    <p:tags r:id="rId181"/>
                  </p:custDataLst>
                </p:nvPr>
              </p:nvSpPr>
              <p:spPr>
                <a:xfrm>
                  <a:off x="13917" y="7597"/>
                  <a:ext cx="1450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上下文</a:t>
                  </a:r>
                  <a:endParaRPr lang="zh-CN" altLang="en-US" sz="1200">
                    <a:latin typeface="Times New Roman Bold" panose="02020603050405020304" charset="0"/>
                    <a:cs typeface="Times New Roman Bold" panose="02020603050405020304" charset="0"/>
                  </a:endParaRPr>
                </a:p>
              </p:txBody>
            </p:sp>
            <p:sp>
              <p:nvSpPr>
                <p:cNvPr id="249" name="文本框 248"/>
                <p:cNvSpPr txBox="1"/>
                <p:nvPr>
                  <p:custDataLst>
                    <p:tags r:id="rId182"/>
                  </p:custDataLst>
                </p:nvPr>
              </p:nvSpPr>
              <p:spPr>
                <a:xfrm>
                  <a:off x="15095" y="7597"/>
                  <a:ext cx="1792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节点</a:t>
                  </a:r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关系</a:t>
                  </a:r>
                  <a:endParaRPr lang="zh-CN" altLang="en-US" sz="1200">
                    <a:latin typeface="Times New Roman Bold" panose="02020603050405020304" charset="0"/>
                    <a:cs typeface="Times New Roman Bold" panose="02020603050405020304" charset="0"/>
                  </a:endParaRPr>
                </a:p>
              </p:txBody>
            </p:sp>
            <p:sp>
              <p:nvSpPr>
                <p:cNvPr id="250" name="文本框 249"/>
                <p:cNvSpPr txBox="1"/>
                <p:nvPr>
                  <p:custDataLst>
                    <p:tags r:id="rId183"/>
                  </p:custDataLst>
                </p:nvPr>
              </p:nvSpPr>
              <p:spPr>
                <a:xfrm>
                  <a:off x="16507" y="7597"/>
                  <a:ext cx="1299" cy="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查询</a:t>
                  </a:r>
                  <a:endParaRPr lang="zh-CN" altLang="en-US" sz="1200">
                    <a:latin typeface="Times New Roman Bold" panose="02020603050405020304" charset="0"/>
                    <a:cs typeface="Times New Roman Bold" panose="02020603050405020304" charset="0"/>
                  </a:endParaRPr>
                </a:p>
              </p:txBody>
            </p:sp>
          </p:grpSp>
        </p:grpSp>
        <p:sp>
          <p:nvSpPr>
            <p:cNvPr id="255" name="文本框 254"/>
            <p:cNvSpPr txBox="1"/>
            <p:nvPr>
              <p:custDataLst>
                <p:tags r:id="rId184"/>
              </p:custDataLst>
            </p:nvPr>
          </p:nvSpPr>
          <p:spPr>
            <a:xfrm>
              <a:off x="18308" y="5585"/>
              <a:ext cx="1719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相似内容</a:t>
              </a: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256" name="肘形连接符 255"/>
            <p:cNvCxnSpPr>
              <a:stCxn id="234" idx="2"/>
              <a:endCxn id="252" idx="0"/>
            </p:cNvCxnSpPr>
            <p:nvPr>
              <p:custDataLst>
                <p:tags r:id="rId185"/>
              </p:custDataLst>
            </p:nvPr>
          </p:nvCxnSpPr>
          <p:spPr>
            <a:xfrm rot="5400000" flipV="1">
              <a:off x="17669" y="5268"/>
              <a:ext cx="641" cy="1015"/>
            </a:xfrm>
            <a:prstGeom prst="bentConnector3">
              <a:avLst>
                <a:gd name="adj1" fmla="val 50078"/>
              </a:avLst>
            </a:prstGeom>
            <a:ln w="254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7" name="直接箭头连接符 256"/>
            <p:cNvCxnSpPr/>
            <p:nvPr>
              <p:custDataLst>
                <p:tags r:id="rId186"/>
              </p:custDataLst>
            </p:nvPr>
          </p:nvCxnSpPr>
          <p:spPr>
            <a:xfrm flipH="1">
              <a:off x="16229" y="6724"/>
              <a:ext cx="778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8" name="文本框 257"/>
            <p:cNvSpPr txBox="1"/>
            <p:nvPr>
              <p:custDataLst>
                <p:tags r:id="rId187"/>
              </p:custDataLst>
            </p:nvPr>
          </p:nvSpPr>
          <p:spPr>
            <a:xfrm>
              <a:off x="16140" y="6174"/>
              <a:ext cx="1087" cy="43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en-US" altLang="zh-CN" sz="1200">
                  <a:latin typeface="Times New Roman Bold" panose="02020603050405020304" charset="0"/>
                  <a:cs typeface="Times New Roman Bold" panose="02020603050405020304" charset="0"/>
                </a:rPr>
                <a:t>prompt</a:t>
              </a:r>
              <a:endParaRPr lang="en-US" altLang="zh-CN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259" name="文本框 258"/>
            <p:cNvSpPr txBox="1"/>
            <p:nvPr>
              <p:custDataLst>
                <p:tags r:id="rId188"/>
              </p:custDataLst>
            </p:nvPr>
          </p:nvSpPr>
          <p:spPr>
            <a:xfrm>
              <a:off x="14598" y="6936"/>
              <a:ext cx="281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/>
                <a:t>领域适配</a:t>
              </a:r>
              <a:r>
                <a:rPr lang="en-US" altLang="zh-CN" sz="1200" b="1"/>
                <a:t> LLMs</a:t>
              </a:r>
              <a:endParaRPr lang="en-US" altLang="zh-CN" sz="1200" b="1"/>
            </a:p>
          </p:txBody>
        </p:sp>
        <p:cxnSp>
          <p:nvCxnSpPr>
            <p:cNvPr id="260" name="肘形连接符 259"/>
            <p:cNvCxnSpPr>
              <a:stCxn id="35" idx="2"/>
              <a:endCxn id="203" idx="0"/>
            </p:cNvCxnSpPr>
            <p:nvPr>
              <p:custDataLst>
                <p:tags r:id="rId189"/>
              </p:custDataLst>
            </p:nvPr>
          </p:nvCxnSpPr>
          <p:spPr>
            <a:xfrm rot="5400000" flipV="1">
              <a:off x="12720" y="2918"/>
              <a:ext cx="1487" cy="4736"/>
            </a:xfrm>
            <a:prstGeom prst="bentConnector3">
              <a:avLst>
                <a:gd name="adj1" fmla="val 62273"/>
              </a:avLst>
            </a:prstGeom>
            <a:ln w="254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64" name="图片 263" descr="/Users/suleynan_suir/Library/Containers/com.kingsoft.wpsoffice.mac/Data/tmp/photoeditapp/20260316102332/temp.pngtemp"/>
            <p:cNvPicPr>
              <a:picLocks noChangeAspect="1"/>
            </p:cNvPicPr>
            <p:nvPr>
              <p:custDataLst>
                <p:tags r:id="rId190"/>
              </p:custDataLst>
            </p:nvPr>
          </p:nvPicPr>
          <p:blipFill>
            <a:blip r:embed="rId191"/>
            <a:stretch>
              <a:fillRect/>
            </a:stretch>
          </p:blipFill>
          <p:spPr>
            <a:xfrm>
              <a:off x="5880" y="328"/>
              <a:ext cx="3253" cy="845"/>
            </a:xfrm>
            <a:prstGeom prst="rect">
              <a:avLst/>
            </a:prstGeom>
          </p:spPr>
        </p:pic>
        <p:grpSp>
          <p:nvGrpSpPr>
            <p:cNvPr id="272" name="组合 271"/>
            <p:cNvGrpSpPr/>
            <p:nvPr/>
          </p:nvGrpSpPr>
          <p:grpSpPr>
            <a:xfrm>
              <a:off x="12056" y="5987"/>
              <a:ext cx="2741" cy="2862"/>
              <a:chOff x="12056" y="5987"/>
              <a:chExt cx="2741" cy="2862"/>
            </a:xfrm>
          </p:grpSpPr>
          <p:pic>
            <p:nvPicPr>
              <p:cNvPr id="265" name="图片 264" descr="/Users/suleynan_suir/Library/Containers/com.kingsoft.wpsoffice.mac/Data/tmp/photoeditapp/20260316102441/temp.pngtemp"/>
              <p:cNvPicPr>
                <a:picLocks noChangeAspect="1"/>
              </p:cNvPicPr>
              <p:nvPr>
                <p:custDataLst>
                  <p:tags r:id="rId192"/>
                </p:custDataLst>
              </p:nvPr>
            </p:nvPicPr>
            <p:blipFill>
              <a:blip r:embed="rId193">
                <a:alphaModFix amt="59000"/>
              </a:blip>
              <a:stretch>
                <a:fillRect/>
              </a:stretch>
            </p:blipFill>
            <p:spPr>
              <a:xfrm>
                <a:off x="13070" y="5987"/>
                <a:ext cx="1719" cy="1719"/>
              </a:xfrm>
              <a:prstGeom prst="rect">
                <a:avLst/>
              </a:prstGeom>
              <a:ln w="12700" cmpd="sng">
                <a:solidFill>
                  <a:schemeClr val="accent1">
                    <a:shade val="50000"/>
                    <a:alpha val="57000"/>
                  </a:schemeClr>
                </a:solidFill>
                <a:prstDash val="sysDot"/>
              </a:ln>
            </p:spPr>
          </p:pic>
          <p:pic>
            <p:nvPicPr>
              <p:cNvPr id="268" name="图片 267" descr="/Users/suleynan_suir/Library/Containers/com.kingsoft.wpsoffice.mac/Data/tmp/photoeditapp/20260316102441/temp.pngtemp"/>
              <p:cNvPicPr>
                <a:picLocks noChangeAspect="1"/>
              </p:cNvPicPr>
              <p:nvPr>
                <p:custDataLst>
                  <p:tags r:id="rId194"/>
                </p:custDataLst>
              </p:nvPr>
            </p:nvPicPr>
            <p:blipFill>
              <a:blip r:embed="rId193">
                <a:alphaModFix amt="32000"/>
              </a:blip>
              <a:stretch>
                <a:fillRect/>
              </a:stretch>
            </p:blipFill>
            <p:spPr>
              <a:xfrm>
                <a:off x="12588" y="6526"/>
                <a:ext cx="1715" cy="1715"/>
              </a:xfrm>
              <a:prstGeom prst="rect">
                <a:avLst/>
              </a:prstGeom>
              <a:ln w="12700" cmpd="sng">
                <a:solidFill>
                  <a:schemeClr val="accent1">
                    <a:shade val="50000"/>
                    <a:alpha val="57000"/>
                  </a:schemeClr>
                </a:solidFill>
                <a:prstDash val="sysDot"/>
              </a:ln>
            </p:spPr>
          </p:pic>
          <p:pic>
            <p:nvPicPr>
              <p:cNvPr id="269" name="图片 268" descr="/Users/suleynan_suir/Library/Containers/com.kingsoft.wpsoffice.mac/Data/tmp/photoeditapp/20260316102441/temp.pngtemp"/>
              <p:cNvPicPr>
                <a:picLocks noChangeAspect="1"/>
              </p:cNvPicPr>
              <p:nvPr>
                <p:custDataLst>
                  <p:tags r:id="rId195"/>
                </p:custDataLst>
              </p:nvPr>
            </p:nvPicPr>
            <p:blipFill>
              <a:blip r:embed="rId193"/>
              <a:stretch>
                <a:fillRect/>
              </a:stretch>
            </p:blipFill>
            <p:spPr>
              <a:xfrm>
                <a:off x="12070" y="7130"/>
                <a:ext cx="1719" cy="1719"/>
              </a:xfrm>
              <a:prstGeom prst="rect">
                <a:avLst/>
              </a:prstGeom>
              <a:ln w="12700" cmpd="sng">
                <a:solidFill>
                  <a:schemeClr val="accent1">
                    <a:shade val="50000"/>
                    <a:alpha val="57000"/>
                  </a:schemeClr>
                </a:solidFill>
                <a:prstDash val="sysDot"/>
              </a:ln>
            </p:spPr>
          </p:pic>
          <p:sp>
            <p:nvSpPr>
              <p:cNvPr id="270" name="立方体 269"/>
              <p:cNvSpPr/>
              <p:nvPr/>
            </p:nvSpPr>
            <p:spPr>
              <a:xfrm>
                <a:off x="12056" y="5987"/>
                <a:ext cx="2741" cy="2852"/>
              </a:xfrm>
              <a:prstGeom prst="cube">
                <a:avLst>
                  <a:gd name="adj" fmla="val 37903"/>
                </a:avLst>
              </a:prstGeom>
              <a:noFill/>
              <a:ln w="12700" cmpd="sng">
                <a:solidFill>
                  <a:schemeClr val="accent1">
                    <a:shade val="50000"/>
                    <a:alpha val="57000"/>
                  </a:schemeClr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274" name="直接箭头连接符 273"/>
            <p:cNvCxnSpPr/>
            <p:nvPr>
              <p:custDataLst>
                <p:tags r:id="rId196"/>
              </p:custDataLst>
            </p:nvPr>
          </p:nvCxnSpPr>
          <p:spPr>
            <a:xfrm flipH="1">
              <a:off x="15017" y="6724"/>
              <a:ext cx="358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9" name="文本框 278"/>
            <p:cNvSpPr txBox="1"/>
            <p:nvPr>
              <p:custDataLst>
                <p:tags r:id="rId197"/>
              </p:custDataLst>
            </p:nvPr>
          </p:nvSpPr>
          <p:spPr>
            <a:xfrm>
              <a:off x="14797" y="9434"/>
              <a:ext cx="1377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>
                <a:lnSpc>
                  <a:spcPct val="150000"/>
                </a:lnSpc>
              </a:pP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grpSp>
          <p:nvGrpSpPr>
            <p:cNvPr id="286" name="组合 285"/>
            <p:cNvGrpSpPr/>
            <p:nvPr/>
          </p:nvGrpSpPr>
          <p:grpSpPr>
            <a:xfrm>
              <a:off x="11990" y="9673"/>
              <a:ext cx="3344" cy="1066"/>
              <a:chOff x="11990" y="9084"/>
              <a:chExt cx="3344" cy="1066"/>
            </a:xfrm>
          </p:grpSpPr>
          <p:sp>
            <p:nvSpPr>
              <p:cNvPr id="283" name="圆角矩形 282"/>
              <p:cNvSpPr/>
              <p:nvPr>
                <p:custDataLst>
                  <p:tags r:id="rId198"/>
                </p:custDataLst>
              </p:nvPr>
            </p:nvSpPr>
            <p:spPr>
              <a:xfrm>
                <a:off x="12016" y="9170"/>
                <a:ext cx="3086" cy="981"/>
              </a:xfrm>
              <a:prstGeom prst="roundRect">
                <a:avLst>
                  <a:gd name="adj" fmla="val 19171"/>
                </a:avLst>
              </a:prstGeom>
              <a:solidFill>
                <a:schemeClr val="accent5">
                  <a:lumMod val="40000"/>
                  <a:lumOff val="60000"/>
                  <a:alpha val="34000"/>
                </a:schemeClr>
              </a:solidFill>
              <a:ln w="12700" cmpd="sng">
                <a:solidFill>
                  <a:schemeClr val="accent1">
                    <a:shade val="50000"/>
                    <a:alpha val="48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grpSp>
            <p:nvGrpSpPr>
              <p:cNvPr id="285" name="组合 284"/>
              <p:cNvGrpSpPr/>
              <p:nvPr/>
            </p:nvGrpSpPr>
            <p:grpSpPr>
              <a:xfrm>
                <a:off x="11990" y="9084"/>
                <a:ext cx="3344" cy="1055"/>
                <a:chOff x="11990" y="9084"/>
                <a:chExt cx="3344" cy="1055"/>
              </a:xfrm>
            </p:grpSpPr>
            <p:pic>
              <p:nvPicPr>
                <p:cNvPr id="273" name="图片 272" descr="/Users/suleynan_suir/Library/Containers/com.kingsoft.wpsoffice.mac/Data/tmp/photoeditapp/20260316103004/temp.pngtemp"/>
                <p:cNvPicPr>
                  <a:picLocks noChangeAspect="1"/>
                </p:cNvPicPr>
                <p:nvPr>
                  <p:custDataLst>
                    <p:tags r:id="rId199"/>
                  </p:custDataLst>
                </p:nvPr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1990" y="9084"/>
                  <a:ext cx="886" cy="955"/>
                </a:xfrm>
                <a:prstGeom prst="rect">
                  <a:avLst/>
                </a:prstGeom>
              </p:spPr>
            </p:pic>
            <p:grpSp>
              <p:nvGrpSpPr>
                <p:cNvPr id="282" name="组合 281"/>
                <p:cNvGrpSpPr/>
                <p:nvPr/>
              </p:nvGrpSpPr>
              <p:grpSpPr>
                <a:xfrm>
                  <a:off x="13753" y="9274"/>
                  <a:ext cx="993" cy="471"/>
                  <a:chOff x="13443" y="9274"/>
                  <a:chExt cx="993" cy="471"/>
                </a:xfrm>
              </p:grpSpPr>
              <p:pic>
                <p:nvPicPr>
                  <p:cNvPr id="276" name="图片 275"/>
                  <p:cNvPicPr>
                    <a:picLocks noChangeAspect="1"/>
                  </p:cNvPicPr>
                  <p:nvPr>
                    <p:custDataLst>
                      <p:tags r:id="rId201"/>
                    </p:custDataLst>
                  </p:nvPr>
                </p:nvPicPr>
                <p:blipFill>
                  <a:blip r:embed="rId202"/>
                  <a:stretch>
                    <a:fillRect/>
                  </a:stretch>
                </p:blipFill>
                <p:spPr>
                  <a:xfrm>
                    <a:off x="13443" y="9275"/>
                    <a:ext cx="481" cy="470"/>
                  </a:xfrm>
                  <a:prstGeom prst="rect">
                    <a:avLst/>
                  </a:prstGeom>
                </p:spPr>
              </p:pic>
              <p:pic>
                <p:nvPicPr>
                  <p:cNvPr id="277" name="图片 276"/>
                  <p:cNvPicPr>
                    <a:picLocks noChangeAspect="1"/>
                  </p:cNvPicPr>
                  <p:nvPr>
                    <p:custDataLst>
                      <p:tags r:id="rId203"/>
                    </p:custDataLst>
                  </p:nvPr>
                </p:nvPicPr>
                <p:blipFill>
                  <a:blip r:embed="rId204"/>
                  <a:stretch>
                    <a:fillRect/>
                  </a:stretch>
                </p:blipFill>
                <p:spPr>
                  <a:xfrm>
                    <a:off x="13974" y="9274"/>
                    <a:ext cx="463" cy="46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78" name="图片 277"/>
                <p:cNvPicPr>
                  <a:picLocks noChangeAspect="1"/>
                </p:cNvPicPr>
                <p:nvPr>
                  <p:custDataLst>
                    <p:tags r:id="rId205"/>
                  </p:custDataLst>
                </p:nvPr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2830" y="9198"/>
                  <a:ext cx="497" cy="579"/>
                </a:xfrm>
                <a:prstGeom prst="rect">
                  <a:avLst/>
                </a:prstGeom>
              </p:spPr>
            </p:pic>
            <p:sp>
              <p:nvSpPr>
                <p:cNvPr id="280" name="文本框 279"/>
                <p:cNvSpPr txBox="1"/>
                <p:nvPr>
                  <p:custDataLst>
                    <p:tags r:id="rId207"/>
                  </p:custDataLst>
                </p:nvPr>
              </p:nvSpPr>
              <p:spPr>
                <a:xfrm>
                  <a:off x="12128" y="9743"/>
                  <a:ext cx="1278" cy="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l"/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现实</a:t>
                  </a:r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因子</a:t>
                  </a:r>
                  <a:endParaRPr lang="zh-CN" altLang="en-US" sz="1200">
                    <a:latin typeface="Times New Roman Bold" panose="02020603050405020304" charset="0"/>
                    <a:cs typeface="Times New Roman Bold" panose="02020603050405020304" charset="0"/>
                  </a:endParaRPr>
                </a:p>
              </p:txBody>
            </p:sp>
            <p:sp>
              <p:nvSpPr>
                <p:cNvPr id="281" name="文本框 280"/>
                <p:cNvSpPr txBox="1"/>
                <p:nvPr>
                  <p:custDataLst>
                    <p:tags r:id="rId208"/>
                  </p:custDataLst>
                </p:nvPr>
              </p:nvSpPr>
              <p:spPr>
                <a:xfrm>
                  <a:off x="13256" y="9737"/>
                  <a:ext cx="2079" cy="3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l"/>
                  <a:r>
                    <a:rPr lang="en-US" altLang="zh-CN" sz="1200">
                      <a:latin typeface="Times New Roman Bold" panose="02020603050405020304" charset="0"/>
                      <a:cs typeface="Times New Roman Bold" panose="02020603050405020304" charset="0"/>
                    </a:rPr>
                    <a:t>Agents</a:t>
                  </a:r>
                  <a:r>
                    <a:rPr lang="zh-CN" altLang="en-US" sz="1200">
                      <a:latin typeface="Times New Roman Bold" panose="02020603050405020304" charset="0"/>
                      <a:cs typeface="Times New Roman Bold" panose="02020603050405020304" charset="0"/>
                    </a:rPr>
                    <a:t>仿真行为</a:t>
                  </a:r>
                  <a:endParaRPr lang="zh-CN" altLang="en-US" sz="1200">
                    <a:latin typeface="Times New Roman Bold" panose="02020603050405020304" charset="0"/>
                    <a:cs typeface="Times New Roman Bold" panose="02020603050405020304" charset="0"/>
                  </a:endParaRPr>
                </a:p>
              </p:txBody>
            </p:sp>
          </p:grpSp>
        </p:grpSp>
        <p:cxnSp>
          <p:nvCxnSpPr>
            <p:cNvPr id="288" name="肘形连接符 287"/>
            <p:cNvCxnSpPr/>
            <p:nvPr>
              <p:custDataLst>
                <p:tags r:id="rId209"/>
              </p:custDataLst>
            </p:nvPr>
          </p:nvCxnSpPr>
          <p:spPr>
            <a:xfrm rot="5400000">
              <a:off x="12566" y="9074"/>
              <a:ext cx="885" cy="497"/>
            </a:xfrm>
            <a:prstGeom prst="bentConnector3">
              <a:avLst>
                <a:gd name="adj1" fmla="val 41016"/>
              </a:avLst>
            </a:prstGeom>
            <a:ln w="25400" cmpd="sng">
              <a:solidFill>
                <a:srgbClr val="0467FF"/>
              </a:solidFill>
              <a:prstDash val="solid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0" name="肘形连接符 289"/>
            <p:cNvCxnSpPr/>
            <p:nvPr>
              <p:custDataLst>
                <p:tags r:id="rId210"/>
              </p:custDataLst>
            </p:nvPr>
          </p:nvCxnSpPr>
          <p:spPr>
            <a:xfrm rot="5400000" flipV="1">
              <a:off x="12890" y="8985"/>
              <a:ext cx="838" cy="665"/>
            </a:xfrm>
            <a:prstGeom prst="bentConnector3">
              <a:avLst>
                <a:gd name="adj1" fmla="val 59009"/>
              </a:avLst>
            </a:prstGeom>
            <a:ln w="25400" cmpd="sng">
              <a:solidFill>
                <a:srgbClr val="00B050"/>
              </a:solidFill>
              <a:prstDash val="solid"/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211"/>
              </p:custDataLst>
            </p:nvPr>
          </p:nvSpPr>
          <p:spPr>
            <a:xfrm>
              <a:off x="12013" y="9377"/>
              <a:ext cx="887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solidFill>
                    <a:srgbClr val="0467FF"/>
                  </a:solidFill>
                  <a:latin typeface="Times New Roman Bold" panose="02020603050405020304" charset="0"/>
                  <a:cs typeface="Times New Roman Bold" panose="02020603050405020304" charset="0"/>
                </a:rPr>
                <a:t>输入</a:t>
              </a:r>
              <a:endParaRPr lang="zh-CN" altLang="en-US" sz="1200">
                <a:solidFill>
                  <a:srgbClr val="0467FF"/>
                </a:solidFill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292" name="文本框 291"/>
            <p:cNvSpPr txBox="1"/>
            <p:nvPr>
              <p:custDataLst>
                <p:tags r:id="rId212"/>
              </p:custDataLst>
            </p:nvPr>
          </p:nvSpPr>
          <p:spPr>
            <a:xfrm>
              <a:off x="13613" y="9377"/>
              <a:ext cx="887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solidFill>
                    <a:srgbClr val="00B050"/>
                  </a:solidFill>
                  <a:latin typeface="Times New Roman Bold" panose="02020603050405020304" charset="0"/>
                  <a:cs typeface="Times New Roman Bold" panose="02020603050405020304" charset="0"/>
                </a:rPr>
                <a:t>输出</a:t>
              </a:r>
              <a:endParaRPr lang="zh-CN" altLang="en-US" sz="1200">
                <a:solidFill>
                  <a:srgbClr val="00B050"/>
                </a:solidFill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293" name="文本框 292"/>
            <p:cNvSpPr txBox="1"/>
            <p:nvPr>
              <p:custDataLst>
                <p:tags r:id="rId213"/>
              </p:custDataLst>
            </p:nvPr>
          </p:nvSpPr>
          <p:spPr>
            <a:xfrm rot="18780000">
              <a:off x="13982" y="7826"/>
              <a:ext cx="1904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现实仿真</a:t>
              </a:r>
              <a:r>
                <a:rPr lang="zh-CN" altLang="en-US" sz="1200">
                  <a:latin typeface="Times New Roman Bold" panose="02020603050405020304" charset="0"/>
                  <a:cs typeface="Times New Roman Bold" panose="02020603050405020304" charset="0"/>
                </a:rPr>
                <a:t>模拟</a:t>
              </a:r>
              <a:endParaRPr lang="zh-CN" altLang="en-US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grpSp>
          <p:nvGrpSpPr>
            <p:cNvPr id="300" name="组合 299"/>
            <p:cNvGrpSpPr/>
            <p:nvPr/>
          </p:nvGrpSpPr>
          <p:grpSpPr>
            <a:xfrm>
              <a:off x="10411" y="6898"/>
              <a:ext cx="1176" cy="1718"/>
              <a:chOff x="15810" y="8097"/>
              <a:chExt cx="1176" cy="1718"/>
            </a:xfrm>
          </p:grpSpPr>
          <p:sp>
            <p:nvSpPr>
              <p:cNvPr id="298" name="圆角矩形 297"/>
              <p:cNvSpPr/>
              <p:nvPr>
                <p:custDataLst>
                  <p:tags r:id="rId214"/>
                </p:custDataLst>
              </p:nvPr>
            </p:nvSpPr>
            <p:spPr>
              <a:xfrm>
                <a:off x="15810" y="8097"/>
                <a:ext cx="1176" cy="1719"/>
              </a:xfrm>
              <a:prstGeom prst="roundRect">
                <a:avLst>
                  <a:gd name="adj" fmla="val 3018"/>
                </a:avLst>
              </a:prstGeom>
              <a:solidFill>
                <a:schemeClr val="accent2">
                  <a:lumMod val="40000"/>
                  <a:lumOff val="60000"/>
                  <a:alpha val="30000"/>
                </a:schemeClr>
              </a:solidFill>
              <a:ln w="12700" cmpd="sng">
                <a:solidFill>
                  <a:schemeClr val="accent2">
                    <a:alpha val="65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94" name="圆角矩形 293"/>
              <p:cNvSpPr/>
              <p:nvPr>
                <p:custDataLst>
                  <p:tags r:id="rId215"/>
                </p:custDataLst>
              </p:nvPr>
            </p:nvSpPr>
            <p:spPr>
              <a:xfrm>
                <a:off x="15903" y="8558"/>
                <a:ext cx="980" cy="359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 i="1">
                    <a:solidFill>
                      <a:schemeClr val="tx1"/>
                    </a:solidFill>
                  </a:rPr>
                  <a:t>独特知识</a:t>
                </a:r>
                <a:endParaRPr lang="zh-CN" altLang="en-US" sz="800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5" name="圆角矩形 294"/>
              <p:cNvSpPr/>
              <p:nvPr>
                <p:custDataLst>
                  <p:tags r:id="rId216"/>
                </p:custDataLst>
              </p:nvPr>
            </p:nvSpPr>
            <p:spPr>
              <a:xfrm>
                <a:off x="15903" y="8958"/>
                <a:ext cx="980" cy="359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 i="1">
                    <a:solidFill>
                      <a:schemeClr val="tx1"/>
                    </a:solidFill>
                  </a:rPr>
                  <a:t>认知结构</a:t>
                </a:r>
                <a:endParaRPr lang="zh-CN" altLang="en-US" sz="800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6" name="圆角矩形 295"/>
              <p:cNvSpPr/>
              <p:nvPr>
                <p:custDataLst>
                  <p:tags r:id="rId217"/>
                </p:custDataLst>
              </p:nvPr>
            </p:nvSpPr>
            <p:spPr>
              <a:xfrm>
                <a:off x="15903" y="9358"/>
                <a:ext cx="980" cy="359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 i="1">
                    <a:solidFill>
                      <a:schemeClr val="tx1"/>
                    </a:solidFill>
                  </a:rPr>
                  <a:t>行为倾向</a:t>
                </a:r>
                <a:endParaRPr lang="zh-CN" altLang="en-US" sz="800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7" name="圆角矩形 296"/>
              <p:cNvSpPr/>
              <p:nvPr>
                <p:custDataLst>
                  <p:tags r:id="rId218"/>
                </p:custDataLst>
              </p:nvPr>
            </p:nvSpPr>
            <p:spPr>
              <a:xfrm>
                <a:off x="15903" y="8158"/>
                <a:ext cx="980" cy="35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 i="1">
                    <a:solidFill>
                      <a:schemeClr val="tx1"/>
                    </a:solidFill>
                  </a:rPr>
                  <a:t>数据关联</a:t>
                </a:r>
                <a:endParaRPr lang="zh-CN" altLang="en-US" sz="800" i="1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01" name="曲线连接符 300"/>
            <p:cNvCxnSpPr/>
            <p:nvPr/>
          </p:nvCxnSpPr>
          <p:spPr>
            <a:xfrm rot="10800000" flipV="1">
              <a:off x="11036" y="6027"/>
              <a:ext cx="1711" cy="784"/>
            </a:xfrm>
            <a:prstGeom prst="curved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3" name="文本框 302"/>
            <p:cNvSpPr txBox="1"/>
            <p:nvPr/>
          </p:nvSpPr>
          <p:spPr>
            <a:xfrm rot="20400000">
              <a:off x="10988" y="5598"/>
              <a:ext cx="1458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×N</a:t>
              </a:r>
              <a:endParaRPr lang="en-US" altLang="zh-CN" sz="140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>
                  <a:solidFill>
                    <a:schemeClr val="tx1"/>
                  </a:solidFill>
                </a:rPr>
                <a:t>独立个体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pic>
          <p:nvPicPr>
            <p:cNvPr id="304" name="图片 303"/>
            <p:cNvPicPr>
              <a:picLocks noChangeAspect="1"/>
            </p:cNvPicPr>
            <p:nvPr>
              <p:custDataLst>
                <p:tags r:id="rId219"/>
              </p:custDataLst>
            </p:nvPr>
          </p:nvPicPr>
          <p:blipFill>
            <a:blip r:embed="rId220">
              <a:alphaModFix amt="46000"/>
            </a:blip>
            <a:stretch>
              <a:fillRect/>
            </a:stretch>
          </p:blipFill>
          <p:spPr>
            <a:xfrm>
              <a:off x="18335" y="531"/>
              <a:ext cx="407" cy="475"/>
            </a:xfrm>
            <a:prstGeom prst="rect">
              <a:avLst/>
            </a:prstGeom>
          </p:spPr>
        </p:pic>
        <p:grpSp>
          <p:nvGrpSpPr>
            <p:cNvPr id="312" name="组合 311"/>
            <p:cNvGrpSpPr/>
            <p:nvPr/>
          </p:nvGrpSpPr>
          <p:grpSpPr>
            <a:xfrm>
              <a:off x="15648" y="7581"/>
              <a:ext cx="4489" cy="3159"/>
              <a:chOff x="15522" y="7599"/>
              <a:chExt cx="4489" cy="3159"/>
            </a:xfrm>
          </p:grpSpPr>
          <p:sp>
            <p:nvSpPr>
              <p:cNvPr id="311" name="圆角矩形 310"/>
              <p:cNvSpPr/>
              <p:nvPr>
                <p:custDataLst>
                  <p:tags r:id="rId221"/>
                </p:custDataLst>
              </p:nvPr>
            </p:nvSpPr>
            <p:spPr>
              <a:xfrm>
                <a:off x="15522" y="7599"/>
                <a:ext cx="4489" cy="3159"/>
              </a:xfrm>
              <a:prstGeom prst="roundRect">
                <a:avLst>
                  <a:gd name="adj" fmla="val 13051"/>
                </a:avLst>
              </a:prstGeom>
              <a:solidFill>
                <a:schemeClr val="accent6">
                  <a:lumMod val="20000"/>
                  <a:lumOff val="80000"/>
                  <a:alpha val="40000"/>
                </a:schemeClr>
              </a:solidFill>
              <a:ln w="12700" cmpd="sng">
                <a:solidFill>
                  <a:schemeClr val="accent2">
                    <a:alpha val="55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pic>
            <p:nvPicPr>
              <p:cNvPr id="305" name="图片 304"/>
              <p:cNvPicPr>
                <a:picLocks noChangeAspect="1"/>
              </p:cNvPicPr>
              <p:nvPr>
                <p:custDataLst>
                  <p:tags r:id="rId222"/>
                </p:custDataLst>
              </p:nvPr>
            </p:nvPicPr>
            <p:blipFill>
              <a:blip r:embed="rId223"/>
              <a:stretch>
                <a:fillRect/>
              </a:stretch>
            </p:blipFill>
            <p:spPr>
              <a:xfrm>
                <a:off x="15788" y="8458"/>
                <a:ext cx="744" cy="744"/>
              </a:xfrm>
              <a:prstGeom prst="rect">
                <a:avLst/>
              </a:prstGeom>
            </p:spPr>
          </p:pic>
          <p:pic>
            <p:nvPicPr>
              <p:cNvPr id="306" name="图片 305"/>
              <p:cNvPicPr>
                <a:picLocks noChangeAspect="1"/>
              </p:cNvPicPr>
              <p:nvPr>
                <p:custDataLst>
                  <p:tags r:id="rId224"/>
                </p:custDataLst>
              </p:nvPr>
            </p:nvPicPr>
            <p:blipFill>
              <a:blip r:embed="rId225"/>
              <a:stretch>
                <a:fillRect/>
              </a:stretch>
            </p:blipFill>
            <p:spPr>
              <a:xfrm>
                <a:off x="15811" y="9238"/>
                <a:ext cx="744" cy="785"/>
              </a:xfrm>
              <a:prstGeom prst="rect">
                <a:avLst/>
              </a:prstGeom>
            </p:spPr>
          </p:pic>
          <p:sp>
            <p:nvSpPr>
              <p:cNvPr id="307" name="文本框 306"/>
              <p:cNvSpPr txBox="1"/>
              <p:nvPr/>
            </p:nvSpPr>
            <p:spPr>
              <a:xfrm>
                <a:off x="15617" y="7762"/>
                <a:ext cx="137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000" i="1"/>
                  <a:t>舆情演化</a:t>
                </a:r>
                <a:endParaRPr lang="zh-CN" altLang="en-US" sz="1000" i="1"/>
              </a:p>
              <a:p>
                <a:r>
                  <a:rPr lang="zh-CN" altLang="en-US" sz="1000" i="1"/>
                  <a:t>仿真交互</a:t>
                </a:r>
                <a:endParaRPr lang="zh-CN" altLang="en-US" sz="1000" i="1"/>
              </a:p>
            </p:txBody>
          </p:sp>
        </p:grpSp>
        <p:cxnSp>
          <p:nvCxnSpPr>
            <p:cNvPr id="308" name="直接箭头连接符 307"/>
            <p:cNvCxnSpPr/>
            <p:nvPr>
              <p:custDataLst>
                <p:tags r:id="rId226"/>
              </p:custDataLst>
            </p:nvPr>
          </p:nvCxnSpPr>
          <p:spPr>
            <a:xfrm flipH="1">
              <a:off x="14476" y="7739"/>
              <a:ext cx="987" cy="1062"/>
            </a:xfrm>
            <a:prstGeom prst="straightConnector1">
              <a:avLst/>
            </a:prstGeom>
            <a:ln w="25400" cap="flat" cmpd="sng">
              <a:solidFill>
                <a:schemeClr val="tx1">
                  <a:alpha val="3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9" name="文本框 308"/>
            <p:cNvSpPr txBox="1"/>
            <p:nvPr>
              <p:custDataLst>
                <p:tags r:id="rId227"/>
              </p:custDataLst>
            </p:nvPr>
          </p:nvSpPr>
          <p:spPr>
            <a:xfrm rot="18780000">
              <a:off x="14141" y="8468"/>
              <a:ext cx="1719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endParaRPr lang="en-US" altLang="zh-CN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10" name="文本框 309"/>
            <p:cNvSpPr txBox="1"/>
            <p:nvPr>
              <p:custDataLst>
                <p:tags r:id="rId228"/>
              </p:custDataLst>
            </p:nvPr>
          </p:nvSpPr>
          <p:spPr>
            <a:xfrm rot="18780000">
              <a:off x="14413" y="7937"/>
              <a:ext cx="1904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en-US" altLang="zh-CN" sz="1000">
                  <a:solidFill>
                    <a:schemeClr val="tx1"/>
                  </a:solidFill>
                  <a:sym typeface="+mn-ea"/>
                </a:rPr>
                <a:t>×t </a:t>
              </a:r>
              <a:r>
                <a:rPr lang="zh-CN" altLang="en-US" sz="1000">
                  <a:solidFill>
                    <a:schemeClr val="tx1"/>
                  </a:solidFill>
                  <a:sym typeface="+mn-ea"/>
                </a:rPr>
                <a:t>时间阶段</a:t>
              </a:r>
              <a:endParaRPr lang="zh-CN" altLang="en-US" sz="10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313" name="文本框 312"/>
            <p:cNvSpPr txBox="1"/>
            <p:nvPr>
              <p:custDataLst>
                <p:tags r:id="rId229"/>
              </p:custDataLst>
            </p:nvPr>
          </p:nvSpPr>
          <p:spPr>
            <a:xfrm>
              <a:off x="15832" y="9926"/>
              <a:ext cx="908" cy="4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en-US" altLang="zh-CN" sz="1200">
                  <a:latin typeface="Times New Roman Bold" panose="02020603050405020304" charset="0"/>
                  <a:cs typeface="Times New Roman Bold" panose="02020603050405020304" charset="0"/>
                </a:rPr>
                <a:t>[ N, t ]</a:t>
              </a:r>
              <a:endParaRPr lang="en-US" altLang="zh-CN" sz="12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314" name="直接箭头连接符 313"/>
            <p:cNvCxnSpPr/>
            <p:nvPr>
              <p:custDataLst>
                <p:tags r:id="rId230"/>
              </p:custDataLst>
            </p:nvPr>
          </p:nvCxnSpPr>
          <p:spPr>
            <a:xfrm>
              <a:off x="14998" y="9392"/>
              <a:ext cx="594" cy="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15" name="图片 314"/>
            <p:cNvPicPr>
              <a:picLocks noChangeAspect="1"/>
            </p:cNvPicPr>
            <p:nvPr>
              <p:custDataLst>
                <p:tags r:id="rId231"/>
              </p:custDataLst>
            </p:nvPr>
          </p:nvPicPr>
          <p:blipFill>
            <a:blip r:embed="rId232"/>
            <a:stretch>
              <a:fillRect/>
            </a:stretch>
          </p:blipFill>
          <p:spPr>
            <a:xfrm>
              <a:off x="17052" y="7824"/>
              <a:ext cx="757" cy="757"/>
            </a:xfrm>
            <a:prstGeom prst="rect">
              <a:avLst/>
            </a:prstGeom>
          </p:spPr>
        </p:pic>
        <p:pic>
          <p:nvPicPr>
            <p:cNvPr id="316" name="图片 315" descr="/Users/suleynan_suir/Library/Containers/com.kingsoft.wpsoffice.mac/Data/tmp/photoeditapp/20260316111715/temp.pngtemp"/>
            <p:cNvPicPr>
              <a:picLocks noChangeAspect="1"/>
            </p:cNvPicPr>
            <p:nvPr>
              <p:custDataLst>
                <p:tags r:id="rId233"/>
              </p:custDataLst>
            </p:nvPr>
          </p:nvPicPr>
          <p:blipFill>
            <a:blip r:embed="rId234"/>
            <a:stretch>
              <a:fillRect/>
            </a:stretch>
          </p:blipFill>
          <p:spPr>
            <a:xfrm>
              <a:off x="16829" y="9436"/>
              <a:ext cx="1286" cy="858"/>
            </a:xfrm>
            <a:prstGeom prst="rect">
              <a:avLst/>
            </a:prstGeom>
          </p:spPr>
        </p:pic>
        <p:sp>
          <p:nvSpPr>
            <p:cNvPr id="318" name="文本框 317"/>
            <p:cNvSpPr txBox="1"/>
            <p:nvPr/>
          </p:nvSpPr>
          <p:spPr>
            <a:xfrm>
              <a:off x="16849" y="8479"/>
              <a:ext cx="145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Comic Sans MS Regular" panose="030F0902030302020204" charset="0"/>
                  <a:cs typeface="Comic Sans MS Regular" panose="030F0902030302020204" charset="0"/>
                </a:rPr>
                <a:t>Max(self)</a:t>
              </a:r>
              <a:endParaRPr lang="en-US" altLang="zh-CN" sz="1200">
                <a:latin typeface="Comic Sans MS Regular" panose="030F0902030302020204" charset="0"/>
                <a:cs typeface="Comic Sans MS Regular" panose="030F0902030302020204" charset="0"/>
              </a:endParaRPr>
            </a:p>
          </p:txBody>
        </p:sp>
        <p:sp>
          <p:nvSpPr>
            <p:cNvPr id="319" name="文本框 318"/>
            <p:cNvSpPr txBox="1"/>
            <p:nvPr>
              <p:custDataLst>
                <p:tags r:id="rId235"/>
              </p:custDataLst>
            </p:nvPr>
          </p:nvSpPr>
          <p:spPr>
            <a:xfrm>
              <a:off x="16851" y="10159"/>
              <a:ext cx="145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Comic Sans MS Regular" panose="030F0902030302020204" charset="0"/>
                  <a:cs typeface="Comic Sans MS Regular" panose="030F0902030302020204" charset="0"/>
                </a:rPr>
                <a:t>Max(</a:t>
              </a:r>
              <a:r>
                <a:rPr lang="en-US" altLang="zh-CN" sz="1200">
                  <a:latin typeface="Comic Sans MS Regular" panose="030F0902030302020204" charset="0"/>
                  <a:cs typeface="Comic Sans MS Regular" panose="030F0902030302020204" charset="0"/>
                </a:rPr>
                <a:t>team)</a:t>
              </a:r>
              <a:endParaRPr lang="en-US" altLang="zh-CN" sz="1200">
                <a:latin typeface="Comic Sans MS Regular" panose="030F0902030302020204" charset="0"/>
                <a:cs typeface="Comic Sans MS Regular" panose="030F0902030302020204" charset="0"/>
              </a:endParaRPr>
            </a:p>
          </p:txBody>
        </p:sp>
        <p:sp>
          <p:nvSpPr>
            <p:cNvPr id="320" name="文本框 319"/>
            <p:cNvSpPr txBox="1"/>
            <p:nvPr>
              <p:custDataLst>
                <p:tags r:id="rId236"/>
              </p:custDataLst>
            </p:nvPr>
          </p:nvSpPr>
          <p:spPr>
            <a:xfrm>
              <a:off x="13257" y="8839"/>
              <a:ext cx="887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solidFill>
                    <a:srgbClr val="0467FF"/>
                  </a:solidFill>
                  <a:latin typeface="Times New Roman Bold" panose="02020603050405020304" charset="0"/>
                  <a:cs typeface="Times New Roman Bold" panose="02020603050405020304" charset="0"/>
                </a:rPr>
                <a:t>影响</a:t>
              </a:r>
              <a:endParaRPr lang="zh-CN" altLang="en-US" sz="1200">
                <a:solidFill>
                  <a:srgbClr val="0467FF"/>
                </a:solidFill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22" name="文本框 321"/>
            <p:cNvSpPr txBox="1"/>
            <p:nvPr>
              <p:custDataLst>
                <p:tags r:id="rId237"/>
              </p:custDataLst>
            </p:nvPr>
          </p:nvSpPr>
          <p:spPr>
            <a:xfrm>
              <a:off x="12057" y="8839"/>
              <a:ext cx="887" cy="58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200">
                  <a:solidFill>
                    <a:srgbClr val="00B050"/>
                  </a:solidFill>
                  <a:latin typeface="Times New Roman Bold" panose="02020603050405020304" charset="0"/>
                  <a:cs typeface="Times New Roman Bold" panose="02020603050405020304" charset="0"/>
                </a:rPr>
                <a:t>反哺</a:t>
              </a:r>
              <a:endParaRPr lang="zh-CN" altLang="en-US" sz="1200">
                <a:solidFill>
                  <a:srgbClr val="00B050"/>
                </a:solidFill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cxnSp>
          <p:nvCxnSpPr>
            <p:cNvPr id="323" name="直接箭头连接符 322"/>
            <p:cNvCxnSpPr/>
            <p:nvPr>
              <p:custDataLst>
                <p:tags r:id="rId238"/>
              </p:custDataLst>
            </p:nvPr>
          </p:nvCxnSpPr>
          <p:spPr>
            <a:xfrm>
              <a:off x="17929" y="8877"/>
              <a:ext cx="0" cy="533"/>
            </a:xfrm>
            <a:prstGeom prst="straightConnector1">
              <a:avLst/>
            </a:prstGeom>
            <a:ln w="25400" cap="flat" cmpd="sng">
              <a:solidFill>
                <a:srgbClr val="00B050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4" name="直接箭头连接符 323"/>
            <p:cNvCxnSpPr/>
            <p:nvPr>
              <p:custDataLst>
                <p:tags r:id="rId239"/>
              </p:custDataLst>
            </p:nvPr>
          </p:nvCxnSpPr>
          <p:spPr>
            <a:xfrm>
              <a:off x="17768" y="8875"/>
              <a:ext cx="0" cy="533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5" name="文本框 324"/>
            <p:cNvSpPr txBox="1"/>
            <p:nvPr>
              <p:custDataLst>
                <p:tags r:id="rId240"/>
              </p:custDataLst>
            </p:nvPr>
          </p:nvSpPr>
          <p:spPr>
            <a:xfrm>
              <a:off x="16713" y="8928"/>
              <a:ext cx="117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i="1"/>
                <a:t>融合交互</a:t>
              </a:r>
              <a:endParaRPr lang="zh-CN" altLang="en-US" sz="1000" i="1"/>
            </a:p>
          </p:txBody>
        </p:sp>
        <p:pic>
          <p:nvPicPr>
            <p:cNvPr id="328" name="图片 327"/>
            <p:cNvPicPr>
              <a:picLocks noChangeAspect="1"/>
            </p:cNvPicPr>
            <p:nvPr>
              <p:custDataLst>
                <p:tags r:id="rId241"/>
              </p:custDataLst>
            </p:nvPr>
          </p:nvPicPr>
          <p:blipFill>
            <a:blip r:embed="rId242"/>
            <a:stretch>
              <a:fillRect/>
            </a:stretch>
          </p:blipFill>
          <p:spPr>
            <a:xfrm>
              <a:off x="18231" y="8740"/>
              <a:ext cx="629" cy="629"/>
            </a:xfrm>
            <a:prstGeom prst="rect">
              <a:avLst/>
            </a:prstGeom>
          </p:spPr>
        </p:pic>
        <p:sp>
          <p:nvSpPr>
            <p:cNvPr id="329" name="右大括号 328"/>
            <p:cNvSpPr/>
            <p:nvPr/>
          </p:nvSpPr>
          <p:spPr>
            <a:xfrm>
              <a:off x="18059" y="7921"/>
              <a:ext cx="214" cy="2265"/>
            </a:xfrm>
            <a:prstGeom prst="rightBrace">
              <a:avLst>
                <a:gd name="adj1" fmla="val 0"/>
                <a:gd name="adj2" fmla="val 50000"/>
              </a:avLst>
            </a:prstGeom>
            <a:ln>
              <a:solidFill>
                <a:srgbClr val="32323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0" name="文本框 329"/>
            <p:cNvSpPr txBox="1"/>
            <p:nvPr>
              <p:custDataLst>
                <p:tags r:id="rId243"/>
              </p:custDataLst>
            </p:nvPr>
          </p:nvSpPr>
          <p:spPr>
            <a:xfrm rot="5400000">
              <a:off x="18009" y="7968"/>
              <a:ext cx="1131" cy="3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观点收敛</a:t>
              </a: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31" name="文本框 330"/>
            <p:cNvSpPr txBox="1"/>
            <p:nvPr>
              <p:custDataLst>
                <p:tags r:id="rId244"/>
              </p:custDataLst>
            </p:nvPr>
          </p:nvSpPr>
          <p:spPr>
            <a:xfrm rot="5400000">
              <a:off x="18009" y="9763"/>
              <a:ext cx="1131" cy="32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/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价值</a:t>
              </a:r>
              <a:r>
                <a:rPr lang="zh-CN" altLang="en-US" sz="1000">
                  <a:latin typeface="Times New Roman Bold" panose="02020603050405020304" charset="0"/>
                  <a:cs typeface="Times New Roman Bold" panose="02020603050405020304" charset="0"/>
                </a:rPr>
                <a:t>趋同</a:t>
              </a:r>
              <a:endParaRPr lang="zh-CN" altLang="en-US" sz="1000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pic>
          <p:nvPicPr>
            <p:cNvPr id="261" name="图片 260" descr="/Users/suleynan_suir/Library/Containers/com.kingsoft.wpsoffice.mac/Data/tmp/photoeditapp/20260316102151/temp.pngtemp"/>
            <p:cNvPicPr>
              <a:picLocks noChangeAspect="1"/>
            </p:cNvPicPr>
            <p:nvPr>
              <p:custDataLst>
                <p:tags r:id="rId245"/>
              </p:custDataLst>
            </p:nvPr>
          </p:nvPicPr>
          <p:blipFill>
            <a:blip r:embed="rId246"/>
            <a:stretch>
              <a:fillRect/>
            </a:stretch>
          </p:blipFill>
          <p:spPr>
            <a:xfrm>
              <a:off x="19363" y="7896"/>
              <a:ext cx="506" cy="509"/>
            </a:xfrm>
            <a:prstGeom prst="rect">
              <a:avLst/>
            </a:prstGeom>
          </p:spPr>
        </p:pic>
        <p:cxnSp>
          <p:nvCxnSpPr>
            <p:cNvPr id="332" name="直接箭头连接符 331"/>
            <p:cNvCxnSpPr>
              <a:stCxn id="336" idx="2"/>
            </p:cNvCxnSpPr>
            <p:nvPr>
              <p:custDataLst>
                <p:tags r:id="rId247"/>
              </p:custDataLst>
            </p:nvPr>
          </p:nvCxnSpPr>
          <p:spPr>
            <a:xfrm>
              <a:off x="19453" y="8908"/>
              <a:ext cx="0" cy="508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33" name="组合 332"/>
            <p:cNvGrpSpPr/>
            <p:nvPr/>
          </p:nvGrpSpPr>
          <p:grpSpPr>
            <a:xfrm>
              <a:off x="18966" y="7516"/>
              <a:ext cx="744" cy="724"/>
              <a:chOff x="8538" y="1993"/>
              <a:chExt cx="1170" cy="1220"/>
            </a:xfrm>
          </p:grpSpPr>
          <p:pic>
            <p:nvPicPr>
              <p:cNvPr id="334" name="图片 333" descr="/Users/suleynan_suir/Library/Containers/com.kingsoft.wpsoffice.mac/Data/tmp/photoeditapp/20260315235532/temp.pngtemp"/>
              <p:cNvPicPr>
                <a:picLocks noChangeAspect="1"/>
              </p:cNvPicPr>
              <p:nvPr>
                <p:custDataLst>
                  <p:tags r:id="rId24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8538" y="1993"/>
                <a:ext cx="1170" cy="1220"/>
              </a:xfrm>
              <a:prstGeom prst="rect">
                <a:avLst/>
              </a:prstGeom>
            </p:spPr>
          </p:pic>
          <p:pic>
            <p:nvPicPr>
              <p:cNvPr id="335" name="图片 334"/>
              <p:cNvPicPr>
                <a:picLocks noChangeAspect="1"/>
              </p:cNvPicPr>
              <p:nvPr>
                <p:custDataLst>
                  <p:tags r:id="rId249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8788" y="2458"/>
                <a:ext cx="670" cy="670"/>
              </a:xfrm>
              <a:prstGeom prst="rect">
                <a:avLst/>
              </a:prstGeom>
            </p:spPr>
          </p:pic>
        </p:grpSp>
        <p:sp>
          <p:nvSpPr>
            <p:cNvPr id="336" name="文本框 335"/>
            <p:cNvSpPr txBox="1"/>
            <p:nvPr>
              <p:custDataLst>
                <p:tags r:id="rId250"/>
              </p:custDataLst>
            </p:nvPr>
          </p:nvSpPr>
          <p:spPr>
            <a:xfrm>
              <a:off x="18538" y="8315"/>
              <a:ext cx="1829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 b="1">
                  <a:latin typeface="Times New Roman Bold" panose="02020603050405020304" charset="0"/>
                  <a:cs typeface="Times New Roman Bold" panose="02020603050405020304" charset="0"/>
                </a:rPr>
                <a:t>Boss Agent</a:t>
              </a:r>
              <a:endParaRPr lang="en-US" altLang="zh-CN" sz="1000" b="1">
                <a:latin typeface="Times New Roman Bold" panose="02020603050405020304" charset="0"/>
                <a:cs typeface="Times New Roman Bold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 Bold" panose="02020603050405020304" charset="0"/>
                  <a:cs typeface="Times New Roman Bold" panose="02020603050405020304" charset="0"/>
                </a:rPr>
                <a:t> &amp; LLMs</a:t>
              </a:r>
              <a:endParaRPr lang="en-US" altLang="zh-CN" sz="1000" b="1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pic>
          <p:nvPicPr>
            <p:cNvPr id="337" name="图片 336"/>
            <p:cNvPicPr>
              <a:picLocks noChangeAspect="1"/>
            </p:cNvPicPr>
            <p:nvPr>
              <p:custDataLst>
                <p:tags r:id="rId251"/>
              </p:custDataLst>
            </p:nvPr>
          </p:nvPicPr>
          <p:blipFill>
            <a:blip r:embed="rId252"/>
            <a:stretch>
              <a:fillRect/>
            </a:stretch>
          </p:blipFill>
          <p:spPr>
            <a:xfrm>
              <a:off x="19152" y="9450"/>
              <a:ext cx="771" cy="771"/>
            </a:xfrm>
            <a:prstGeom prst="rect">
              <a:avLst/>
            </a:prstGeom>
          </p:spPr>
        </p:pic>
        <p:sp>
          <p:nvSpPr>
            <p:cNvPr id="338" name="文本框 337"/>
            <p:cNvSpPr txBox="1"/>
            <p:nvPr>
              <p:custDataLst>
                <p:tags r:id="rId253"/>
              </p:custDataLst>
            </p:nvPr>
          </p:nvSpPr>
          <p:spPr>
            <a:xfrm>
              <a:off x="18670" y="10106"/>
              <a:ext cx="1607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 b="1">
                  <a:latin typeface="Times New Roman Bold" panose="02020603050405020304" charset="0"/>
                  <a:cs typeface="Times New Roman Bold" panose="02020603050405020304" charset="0"/>
                </a:rPr>
                <a:t>Deep </a:t>
              </a:r>
              <a:endParaRPr lang="en-US" altLang="zh-CN" sz="1000" b="1">
                <a:latin typeface="Times New Roman Bold" panose="02020603050405020304" charset="0"/>
                <a:cs typeface="Times New Roman Bold" panose="02020603050405020304" charset="0"/>
              </a:endParaRPr>
            </a:p>
            <a:p>
              <a:pPr algn="ctr"/>
              <a:r>
                <a:rPr lang="en-US" altLang="zh-CN" sz="1000" b="1">
                  <a:latin typeface="Times New Roman Bold" panose="02020603050405020304" charset="0"/>
                  <a:cs typeface="Times New Roman Bold" panose="02020603050405020304" charset="0"/>
                </a:rPr>
                <a:t>Analysis</a:t>
              </a:r>
              <a:endParaRPr lang="en-US" altLang="zh-CN" sz="1000" b="1">
                <a:latin typeface="Times New Roman Bold" panose="02020603050405020304" charset="0"/>
                <a:cs typeface="Times New Roman Bold" panose="02020603050405020304" charset="0"/>
              </a:endParaRPr>
            </a:p>
          </p:txBody>
        </p:sp>
        <p:sp>
          <p:nvSpPr>
            <p:cNvPr id="339" name="文本框 338"/>
            <p:cNvSpPr txBox="1"/>
            <p:nvPr>
              <p:custDataLst>
                <p:tags r:id="rId254"/>
              </p:custDataLst>
            </p:nvPr>
          </p:nvSpPr>
          <p:spPr>
            <a:xfrm>
              <a:off x="8990" y="293"/>
              <a:ext cx="202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>
                  <a:latin typeface="Times New Roman Regular" panose="02020603050405020304" charset="0"/>
                  <a:cs typeface="Times New Roman Regular" panose="02020603050405020304" charset="0"/>
                </a:rPr>
                <a:t>Agents</a:t>
              </a:r>
              <a:endParaRPr lang="en-US" altLang="zh-CN" sz="1400">
                <a:latin typeface="Times New Roman Regular" panose="02020603050405020304" charset="0"/>
                <a:cs typeface="Times New Roman Regular" panose="02020603050405020304" charset="0"/>
              </a:endParaRPr>
            </a:p>
            <a:p>
              <a:pPr algn="ctr"/>
              <a:r>
                <a:rPr lang="en-US" altLang="zh-CN" sz="1400">
                  <a:latin typeface="Times New Roman Regular" panose="02020603050405020304" charset="0"/>
                  <a:cs typeface="Times New Roman Regular" panose="02020603050405020304" charset="0"/>
                </a:rPr>
                <a:t>C</a:t>
              </a:r>
              <a:r>
                <a:rPr lang="zh-CN" altLang="en-US" sz="1400">
                  <a:latin typeface="Times New Roman Regular" panose="02020603050405020304" charset="0"/>
                  <a:cs typeface="Times New Roman Regular" panose="02020603050405020304" charset="0"/>
                </a:rPr>
                <a:t>olliboration</a:t>
              </a:r>
              <a:endParaRPr lang="zh-CN" altLang="en-US" sz="140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grpSp>
          <p:nvGrpSpPr>
            <p:cNvPr id="344" name="组合 343"/>
            <p:cNvGrpSpPr/>
            <p:nvPr/>
          </p:nvGrpSpPr>
          <p:grpSpPr>
            <a:xfrm>
              <a:off x="4455" y="5678"/>
              <a:ext cx="2228" cy="592"/>
              <a:chOff x="5012" y="11313"/>
              <a:chExt cx="2228" cy="592"/>
            </a:xfrm>
          </p:grpSpPr>
          <p:pic>
            <p:nvPicPr>
              <p:cNvPr id="340" name="图片 339" descr="/Users/suleynan_suir/Library/Containers/com.kingsoft.wpsoffice.mac/Data/tmp/photoeditapp/20260316131559/temp.pngtemp"/>
              <p:cNvPicPr>
                <a:picLocks noChangeAspect="1"/>
              </p:cNvPicPr>
              <p:nvPr>
                <p:custDataLst>
                  <p:tags r:id="rId255"/>
                </p:custDataLst>
              </p:nvPr>
            </p:nvPicPr>
            <p:blipFill>
              <a:blip r:embed="rId256"/>
              <a:stretch>
                <a:fillRect/>
              </a:stretch>
            </p:blipFill>
            <p:spPr>
              <a:xfrm>
                <a:off x="6670" y="11314"/>
                <a:ext cx="571" cy="571"/>
              </a:xfrm>
              <a:prstGeom prst="rect">
                <a:avLst/>
              </a:prstGeom>
            </p:spPr>
          </p:pic>
          <p:pic>
            <p:nvPicPr>
              <p:cNvPr id="341" name="图片 340" descr="/Users/suleynan_suir/Library/Containers/com.kingsoft.wpsoffice.mac/Data/tmp/photoeditapp/20260316131634/temp.pngtemp"/>
              <p:cNvPicPr>
                <a:picLocks noChangeAspect="1"/>
              </p:cNvPicPr>
              <p:nvPr>
                <p:custDataLst>
                  <p:tags r:id="rId257"/>
                </p:custDataLst>
              </p:nvPr>
            </p:nvPicPr>
            <p:blipFill>
              <a:blip r:embed="rId258"/>
              <a:stretch>
                <a:fillRect/>
              </a:stretch>
            </p:blipFill>
            <p:spPr>
              <a:xfrm>
                <a:off x="5012" y="11313"/>
                <a:ext cx="509" cy="509"/>
              </a:xfrm>
              <a:prstGeom prst="rect">
                <a:avLst/>
              </a:prstGeom>
            </p:spPr>
          </p:pic>
          <p:pic>
            <p:nvPicPr>
              <p:cNvPr id="342" name="图片 341"/>
              <p:cNvPicPr>
                <a:picLocks noChangeAspect="1"/>
              </p:cNvPicPr>
              <p:nvPr>
                <p:custDataLst>
                  <p:tags r:id="rId259"/>
                </p:custDataLst>
              </p:nvPr>
            </p:nvPicPr>
            <p:blipFill>
              <a:blip r:embed="rId260"/>
              <a:stretch>
                <a:fillRect/>
              </a:stretch>
            </p:blipFill>
            <p:spPr>
              <a:xfrm>
                <a:off x="5562" y="11346"/>
                <a:ext cx="518" cy="518"/>
              </a:xfrm>
              <a:prstGeom prst="rect">
                <a:avLst/>
              </a:prstGeom>
            </p:spPr>
          </p:pic>
          <p:pic>
            <p:nvPicPr>
              <p:cNvPr id="343" name="图片 342" descr="/Users/suleynan_suir/Library/Containers/com.kingsoft.wpsoffice.mac/Data/tmp/photoeditapp/20260316131840/temp.pngtemp"/>
              <p:cNvPicPr>
                <a:picLocks noChangeAspect="1"/>
              </p:cNvPicPr>
              <p:nvPr>
                <p:custDataLst>
                  <p:tags r:id="rId261"/>
                </p:custDataLst>
              </p:nvPr>
            </p:nvPicPr>
            <p:blipFill>
              <a:blip r:embed="rId262"/>
              <a:stretch>
                <a:fillRect/>
              </a:stretch>
            </p:blipFill>
            <p:spPr>
              <a:xfrm>
                <a:off x="6119" y="11313"/>
                <a:ext cx="592" cy="592"/>
              </a:xfrm>
              <a:prstGeom prst="rect">
                <a:avLst/>
              </a:prstGeom>
            </p:spPr>
          </p:pic>
        </p:grpSp>
        <p:pic>
          <p:nvPicPr>
            <p:cNvPr id="345" name="图片 344"/>
            <p:cNvPicPr>
              <a:picLocks noChangeAspect="1"/>
            </p:cNvPicPr>
            <p:nvPr>
              <p:custDataLst>
                <p:tags r:id="rId263"/>
              </p:custDataLst>
            </p:nvPr>
          </p:nvPicPr>
          <p:blipFill>
            <a:blip r:embed="rId264"/>
            <a:stretch>
              <a:fillRect/>
            </a:stretch>
          </p:blipFill>
          <p:spPr>
            <a:xfrm>
              <a:off x="417" y="3832"/>
              <a:ext cx="942" cy="942"/>
            </a:xfrm>
            <a:prstGeom prst="rect">
              <a:avLst/>
            </a:prstGeom>
          </p:spPr>
        </p:pic>
        <p:sp>
          <p:nvSpPr>
            <p:cNvPr id="346" name="文本框 345"/>
            <p:cNvSpPr txBox="1"/>
            <p:nvPr>
              <p:custDataLst>
                <p:tags r:id="rId265"/>
              </p:custDataLst>
            </p:nvPr>
          </p:nvSpPr>
          <p:spPr>
            <a:xfrm>
              <a:off x="59" y="4702"/>
              <a:ext cx="154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Times New Roman Bold Italic" panose="02020603050405020304" charset="0"/>
                  <a:cs typeface="Times New Roman Bold Italic" panose="02020603050405020304" charset="0"/>
                </a:rPr>
                <a:t>专家</a:t>
              </a:r>
              <a:r>
                <a:rPr lang="zh-CN" altLang="en-US" sz="1200">
                  <a:latin typeface="Times New Roman Bold Italic" panose="02020603050405020304" charset="0"/>
                  <a:cs typeface="Times New Roman Bold Italic" panose="02020603050405020304" charset="0"/>
                </a:rPr>
                <a:t>验证</a:t>
              </a:r>
              <a:endParaRPr lang="zh-CN" altLang="en-US" sz="1200">
                <a:latin typeface="Times New Roman Bold Italic" panose="02020603050405020304" charset="0"/>
                <a:cs typeface="Times New Roman Bold Italic" panose="02020603050405020304" charset="0"/>
              </a:endParaRPr>
            </a:p>
          </p:txBody>
        </p:sp>
        <p:sp>
          <p:nvSpPr>
            <p:cNvPr id="347" name="云形标注 346"/>
            <p:cNvSpPr/>
            <p:nvPr>
              <p:custDataLst>
                <p:tags r:id="rId266"/>
              </p:custDataLst>
            </p:nvPr>
          </p:nvSpPr>
          <p:spPr>
            <a:xfrm>
              <a:off x="11852" y="1442"/>
              <a:ext cx="2023" cy="771"/>
            </a:xfrm>
            <a:prstGeom prst="cloudCallout">
              <a:avLst>
                <a:gd name="adj1" fmla="val -14260"/>
                <a:gd name="adj2" fmla="val 68417"/>
              </a:avLst>
            </a:prstGeom>
            <a:solidFill>
              <a:schemeClr val="accent6">
                <a:lumMod val="20000"/>
                <a:lumOff val="80000"/>
                <a:alpha val="69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215" name="文本框 214"/>
            <p:cNvSpPr txBox="1"/>
            <p:nvPr/>
          </p:nvSpPr>
          <p:spPr>
            <a:xfrm>
              <a:off x="11952" y="1456"/>
              <a:ext cx="178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chemeClr val="tx1"/>
                  </a:solidFill>
                  <a:sym typeface="+mn-ea"/>
                </a:rPr>
                <a:t>预测清雨</a:t>
              </a:r>
              <a:r>
                <a:rPr lang="en-US" altLang="zh-CN" sz="800">
                  <a:solidFill>
                    <a:schemeClr val="tx1"/>
                  </a:solidFill>
                  <a:sym typeface="+mn-ea"/>
                </a:rPr>
                <a:t>Tpor</a:t>
              </a:r>
              <a:r>
                <a:rPr lang="zh-CN" altLang="en-US" sz="800">
                  <a:solidFill>
                    <a:schemeClr val="tx1"/>
                  </a:solidFill>
                  <a:sym typeface="+mn-ea"/>
                </a:rPr>
                <a:t>毁号</a:t>
              </a:r>
              <a:r>
                <a:rPr lang="en-US" altLang="zh-CN" sz="800">
                  <a:solidFill>
                    <a:schemeClr val="tx1"/>
                  </a:solidFill>
                  <a:sym typeface="+mn-ea"/>
                </a:rPr>
                <a:t>B</a:t>
              </a:r>
              <a:r>
                <a:rPr lang="zh-CN" altLang="en-US" sz="800">
                  <a:solidFill>
                    <a:schemeClr val="tx1"/>
                  </a:solidFill>
                  <a:sym typeface="+mn-ea"/>
                </a:rPr>
                <a:t>站处理以及对于主播行业的影响</a:t>
              </a:r>
              <a:endParaRPr lang="zh-CN" altLang="en-US" sz="800">
                <a:solidFill>
                  <a:schemeClr val="tx1"/>
                </a:solidFill>
              </a:endParaRPr>
            </a:p>
          </p:txBody>
        </p:sp>
        <p:sp>
          <p:nvSpPr>
            <p:cNvPr id="349" name="文本框 348"/>
            <p:cNvSpPr txBox="1"/>
            <p:nvPr>
              <p:custDataLst>
                <p:tags r:id="rId267"/>
              </p:custDataLst>
            </p:nvPr>
          </p:nvSpPr>
          <p:spPr>
            <a:xfrm>
              <a:off x="13241" y="5428"/>
              <a:ext cx="14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Comic Sans MS Regular" panose="030F0902030302020204" charset="0"/>
                  <a:cs typeface="Comic Sans MS Regular" panose="030F0902030302020204" charset="0"/>
                </a:rPr>
                <a:t>Canyon</a:t>
              </a:r>
              <a:endParaRPr lang="en-US" altLang="zh-CN">
                <a:latin typeface="Comic Sans MS Regular" panose="030F0902030302020204" charset="0"/>
                <a:cs typeface="Comic Sans MS Regular" panose="030F090203030202020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23495" y="66675"/>
            <a:ext cx="12909550" cy="6907530"/>
            <a:chOff x="37" y="105"/>
            <a:chExt cx="20330" cy="10878"/>
          </a:xfrm>
        </p:grpSpPr>
        <p:grpSp>
          <p:nvGrpSpPr>
            <p:cNvPr id="350" name="组合 349"/>
            <p:cNvGrpSpPr/>
            <p:nvPr/>
          </p:nvGrpSpPr>
          <p:grpSpPr>
            <a:xfrm>
              <a:off x="37" y="105"/>
              <a:ext cx="20330" cy="10879"/>
              <a:chOff x="37" y="105"/>
              <a:chExt cx="20330" cy="10879"/>
            </a:xfrm>
          </p:grpSpPr>
          <p:sp>
            <p:nvSpPr>
              <p:cNvPr id="189" name="圆角矩形 188"/>
              <p:cNvSpPr/>
              <p:nvPr>
                <p:custDataLst>
                  <p:tags r:id="rId1"/>
                </p:custDataLst>
              </p:nvPr>
            </p:nvSpPr>
            <p:spPr>
              <a:xfrm>
                <a:off x="11816" y="180"/>
                <a:ext cx="8396" cy="10804"/>
              </a:xfrm>
              <a:prstGeom prst="roundRect">
                <a:avLst>
                  <a:gd name="adj" fmla="val 3018"/>
                </a:avLst>
              </a:prstGeom>
              <a:pattFill prst="dashDnDiag">
                <a:fgClr>
                  <a:schemeClr val="accent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12700" cmpd="sng">
                <a:solidFill>
                  <a:schemeClr val="tx1">
                    <a:alpha val="32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rgbClr val="00B050"/>
                  </a:solidFill>
                  <a:latin typeface="Times New Roman Regular" panose="02020603050405020304" charset="0"/>
                  <a:ea typeface="宋体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69" name="圆角矩形 168"/>
              <p:cNvSpPr/>
              <p:nvPr/>
            </p:nvSpPr>
            <p:spPr>
              <a:xfrm>
                <a:off x="311" y="172"/>
                <a:ext cx="11375" cy="10812"/>
              </a:xfrm>
              <a:prstGeom prst="roundRect">
                <a:avLst>
                  <a:gd name="adj" fmla="val 3018"/>
                </a:avLst>
              </a:prstGeom>
              <a:pattFill prst="ltUpDiag">
                <a:fgClr>
                  <a:schemeClr val="tx2">
                    <a:lumMod val="10000"/>
                    <a:lumOff val="90000"/>
                  </a:schemeClr>
                </a:fgClr>
                <a:bgClr>
                  <a:schemeClr val="bg1"/>
                </a:bgClr>
              </a:pattFill>
              <a:ln w="12700" cmpd="sng">
                <a:solidFill>
                  <a:schemeClr val="accent1">
                    <a:shade val="50000"/>
                    <a:alpha val="32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46" name="肘形连接符 45"/>
              <p:cNvCxnSpPr>
                <a:stCxn id="17" idx="3"/>
                <a:endCxn id="40" idx="0"/>
              </p:cNvCxnSpPr>
              <p:nvPr/>
            </p:nvCxnSpPr>
            <p:spPr>
              <a:xfrm>
                <a:off x="5441" y="1411"/>
                <a:ext cx="373" cy="2676"/>
              </a:xfrm>
              <a:prstGeom prst="bentConnector2">
                <a:avLst/>
              </a:prstGeom>
              <a:ln w="25400" cmpd="sng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" name="组合 11"/>
              <p:cNvGrpSpPr/>
              <p:nvPr/>
            </p:nvGrpSpPr>
            <p:grpSpPr>
              <a:xfrm>
                <a:off x="1512" y="1374"/>
                <a:ext cx="906" cy="2562"/>
                <a:chOff x="999" y="1715"/>
                <a:chExt cx="906" cy="2562"/>
              </a:xfrm>
            </p:grpSpPr>
            <p:sp>
              <p:nvSpPr>
                <p:cNvPr id="10" name="圆角矩形 9"/>
                <p:cNvSpPr/>
                <p:nvPr/>
              </p:nvSpPr>
              <p:spPr>
                <a:xfrm>
                  <a:off x="999" y="1715"/>
                  <a:ext cx="907" cy="2562"/>
                </a:xfrm>
                <a:prstGeom prst="roundRect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 w="28575" cap="flat" cmpd="dbl">
                  <a:solidFill>
                    <a:schemeClr val="accent1">
                      <a:shade val="50000"/>
                    </a:schemeClr>
                  </a:solidFill>
                  <a:prstDash val="sysDot"/>
                  <a:miter lim="800000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pic>
              <p:nvPicPr>
                <p:cNvPr id="4" name="图片 3" descr="21601578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4" y="1835"/>
                  <a:ext cx="628" cy="628"/>
                </a:xfrm>
                <a:prstGeom prst="rect">
                  <a:avLst/>
                </a:prstGeom>
              </p:spPr>
            </p:pic>
            <p:pic>
              <p:nvPicPr>
                <p:cNvPr id="6" name="图片 5" descr="21601578"/>
                <p:cNvPicPr>
                  <a:picLocks noChangeAspect="1"/>
                </p:cNvPicPr>
                <p:nvPr>
                  <p:custDataLst>
                    <p:tags r:id="rId4"/>
                  </p:custDataLst>
                </p:nvPr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4" y="2663"/>
                  <a:ext cx="628" cy="628"/>
                </a:xfrm>
                <a:prstGeom prst="rect">
                  <a:avLst/>
                </a:prstGeom>
              </p:spPr>
            </p:pic>
            <p:pic>
              <p:nvPicPr>
                <p:cNvPr id="9" name="图片 8" descr="21601578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4" y="3491"/>
                  <a:ext cx="628" cy="628"/>
                </a:xfrm>
                <a:prstGeom prst="rect">
                  <a:avLst/>
                </a:prstGeom>
              </p:spPr>
            </p:pic>
          </p:grpSp>
          <p:sp>
            <p:nvSpPr>
              <p:cNvPr id="11" name="文本框 10"/>
              <p:cNvSpPr txBox="1"/>
              <p:nvPr/>
            </p:nvSpPr>
            <p:spPr>
              <a:xfrm>
                <a:off x="37" y="1996"/>
                <a:ext cx="177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Related 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Materials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961" y="4009"/>
                <a:ext cx="2081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Domain Prior Knowledge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5" name="立方体 14"/>
              <p:cNvSpPr/>
              <p:nvPr/>
            </p:nvSpPr>
            <p:spPr>
              <a:xfrm>
                <a:off x="3102" y="2140"/>
                <a:ext cx="2438" cy="833"/>
              </a:xfrm>
              <a:prstGeom prst="cub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 cmpd="thickThin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EasyDataset</a:t>
                </a:r>
                <a:endParaRPr lang="en-US" altLang="zh-CN" sz="16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9" name="图片 18" descr="/Users/suleynan_suir/Library/Containers/com.kingsoft.wpsoffice.mac/Data/tmp/photoeditapp/20260315222559/temp.pngtemp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7"/>
              <a:srcRect l="9698" r="12242"/>
              <a:stretch>
                <a:fillRect/>
              </a:stretch>
            </p:blipFill>
            <p:spPr>
              <a:xfrm>
                <a:off x="3434" y="1154"/>
                <a:ext cx="491" cy="539"/>
              </a:xfrm>
              <a:prstGeom prst="rect">
                <a:avLst/>
              </a:prstGeom>
              <a:ln w="28575" cap="flat" cmpd="dbl">
                <a:solidFill>
                  <a:srgbClr val="3B3DE4"/>
                </a:solidFill>
                <a:prstDash val="sysDot"/>
              </a:ln>
            </p:spPr>
          </p:pic>
          <p:grpSp>
            <p:nvGrpSpPr>
              <p:cNvPr id="57" name="组合 56"/>
              <p:cNvGrpSpPr/>
              <p:nvPr/>
            </p:nvGrpSpPr>
            <p:grpSpPr>
              <a:xfrm>
                <a:off x="9537" y="2123"/>
                <a:ext cx="745" cy="772"/>
                <a:chOff x="8538" y="1993"/>
                <a:chExt cx="1170" cy="1220"/>
              </a:xfrm>
            </p:grpSpPr>
            <p:pic>
              <p:nvPicPr>
                <p:cNvPr id="56" name="图片 55" descr="/Users/suleynan_suir/Library/Containers/com.kingsoft.wpsoffice.mac/Data/tmp/photoeditapp/20260315235532/temp.pngtemp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38" y="1993"/>
                  <a:ext cx="1170" cy="1220"/>
                </a:xfrm>
                <a:prstGeom prst="rect">
                  <a:avLst/>
                </a:prstGeom>
              </p:spPr>
            </p:pic>
            <p:pic>
              <p:nvPicPr>
                <p:cNvPr id="2" name="图片 1"/>
                <p:cNvPicPr>
                  <a:picLocks noChangeAspect="1"/>
                </p:cNvPicPr>
                <p:nvPr>
                  <p:custDataLst>
                    <p:tags r:id="rId10"/>
                  </p:custDataLst>
                </p:nvPr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8" y="2458"/>
                  <a:ext cx="670" cy="670"/>
                </a:xfrm>
                <a:prstGeom prst="rect">
                  <a:avLst/>
                </a:prstGeom>
              </p:spPr>
            </p:pic>
          </p:grpSp>
          <p:sp>
            <p:nvSpPr>
              <p:cNvPr id="5" name="文本框 4"/>
              <p:cNvSpPr txBox="1"/>
              <p:nvPr/>
            </p:nvSpPr>
            <p:spPr>
              <a:xfrm>
                <a:off x="2800" y="548"/>
                <a:ext cx="1775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Multi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Moduals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315" y="535"/>
                <a:ext cx="1775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Deep 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Reasoning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7" name="图片 16" descr="/Users/suleynan_suir/Library/Containers/com.kingsoft.wpsoffice.mac/Data/tmp/photoeditapp/20260315222559/temp.pngtemp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7"/>
              <a:srcRect l="9698" r="12242"/>
              <a:stretch>
                <a:fillRect/>
              </a:stretch>
            </p:blipFill>
            <p:spPr>
              <a:xfrm>
                <a:off x="4950" y="1141"/>
                <a:ext cx="491" cy="539"/>
              </a:xfrm>
              <a:prstGeom prst="rect">
                <a:avLst/>
              </a:prstGeom>
              <a:ln w="28575" cap="flat" cmpd="dbl">
                <a:solidFill>
                  <a:srgbClr val="FF0000"/>
                </a:solidFill>
                <a:prstDash val="sysDot"/>
              </a:ln>
            </p:spPr>
          </p:pic>
          <p:cxnSp>
            <p:nvCxnSpPr>
              <p:cNvPr id="20" name="肘形连接符 19"/>
              <p:cNvCxnSpPr>
                <a:stCxn id="19" idx="2"/>
                <a:endCxn id="15" idx="0"/>
              </p:cNvCxnSpPr>
              <p:nvPr/>
            </p:nvCxnSpPr>
            <p:spPr>
              <a:xfrm rot="5400000" flipV="1">
                <a:off x="3830" y="1544"/>
                <a:ext cx="446" cy="745"/>
              </a:xfrm>
              <a:prstGeom prst="bentConnector3">
                <a:avLst>
                  <a:gd name="adj1" fmla="val 49888"/>
                </a:avLst>
              </a:prstGeom>
              <a:ln w="25400" cmpd="sng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肘形连接符 20"/>
              <p:cNvCxnSpPr>
                <a:stCxn id="17" idx="2"/>
                <a:endCxn id="15" idx="0"/>
              </p:cNvCxnSpPr>
              <p:nvPr>
                <p:custDataLst>
                  <p:tags r:id="rId14"/>
                </p:custDataLst>
              </p:nvPr>
            </p:nvCxnSpPr>
            <p:spPr>
              <a:xfrm rot="5400000">
                <a:off x="4581" y="1525"/>
                <a:ext cx="459" cy="770"/>
              </a:xfrm>
              <a:prstGeom prst="bentConnector3">
                <a:avLst>
                  <a:gd name="adj1" fmla="val 50000"/>
                </a:avLst>
              </a:prstGeom>
              <a:ln w="25400" cmpd="sng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482" y="1033"/>
                <a:ext cx="906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r"/>
                <a:r>
                  <a:rPr lang="en-US" altLang="zh-CN" sz="1000" i="1">
                    <a:latin typeface="Times New Roman Regular" panose="02020603050405020304" charset="0"/>
                    <a:cs typeface="Times New Roman Regular" panose="02020603050405020304" charset="0"/>
                  </a:rPr>
                  <a:t>text</a:t>
                </a:r>
                <a:endParaRPr lang="en-US" altLang="zh-CN" sz="1000" i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r"/>
                <a:r>
                  <a:rPr lang="en-US" altLang="zh-CN" sz="1000" i="1">
                    <a:latin typeface="Times New Roman Regular" panose="02020603050405020304" charset="0"/>
                    <a:cs typeface="Times New Roman Regular" panose="02020603050405020304" charset="0"/>
                  </a:rPr>
                  <a:t>voice</a:t>
                </a:r>
                <a:endParaRPr lang="en-US" altLang="zh-CN" sz="1000" i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r"/>
                <a:r>
                  <a:rPr lang="en-US" altLang="zh-CN" sz="1000" i="1">
                    <a:latin typeface="Times New Roman Regular" panose="02020603050405020304" charset="0"/>
                    <a:cs typeface="Times New Roman Regular" panose="02020603050405020304" charset="0"/>
                  </a:rPr>
                  <a:t>image</a:t>
                </a:r>
                <a:endParaRPr lang="en-US" altLang="zh-CN" sz="1000" i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3699" y="105"/>
                <a:ext cx="1648" cy="670"/>
                <a:chOff x="5904" y="693"/>
                <a:chExt cx="2056" cy="855"/>
              </a:xfrm>
            </p:grpSpPr>
            <p:pic>
              <p:nvPicPr>
                <p:cNvPr id="26" name="图片 25" descr="/Users/suleynan_suir/Library/Containers/com.kingsoft.wpsoffice.mac/Data/tmp/photoeditapp/20260315223909/temp.pngtemp"/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17"/>
                <a:srcRect l="24971" r="23638"/>
                <a:stretch>
                  <a:fillRect/>
                </a:stretch>
              </p:blipFill>
              <p:spPr>
                <a:xfrm>
                  <a:off x="5904" y="851"/>
                  <a:ext cx="444" cy="539"/>
                </a:xfrm>
                <a:prstGeom prst="rect">
                  <a:avLst/>
                </a:prstGeom>
              </p:spPr>
            </p:pic>
            <p:pic>
              <p:nvPicPr>
                <p:cNvPr id="27" name="图片 26" descr="/Users/suleynan_suir/Library/Containers/com.kingsoft.wpsoffice.mac/Data/tmp/photoeditapp/20260315224012/temp.pngtemp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04" y="693"/>
                  <a:ext cx="855" cy="855"/>
                </a:xfrm>
                <a:prstGeom prst="rect">
                  <a:avLst/>
                </a:prstGeom>
              </p:spPr>
            </p:pic>
            <p:pic>
              <p:nvPicPr>
                <p:cNvPr id="28" name="图片 27" descr="/Users/suleynan_suir/Library/Containers/com.kingsoft.wpsoffice.mac/Data/tmp/photoeditapp/20260315224110/temp.pngtemp"/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794" y="788"/>
                  <a:ext cx="627" cy="627"/>
                </a:xfrm>
                <a:prstGeom prst="rect">
                  <a:avLst/>
                </a:prstGeom>
              </p:spPr>
            </p:pic>
            <p:pic>
              <p:nvPicPr>
                <p:cNvPr id="29" name="图片 28" descr="/Users/suleynan_suir/Library/Containers/com.kingsoft.wpsoffice.mac/Data/tmp/photoeditapp/20260315224237/temp.pngtemp"/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21" y="810"/>
                  <a:ext cx="539" cy="539"/>
                </a:xfrm>
                <a:prstGeom prst="rect">
                  <a:avLst/>
                </a:prstGeom>
              </p:spPr>
            </p:pic>
          </p:grpSp>
          <p:grpSp>
            <p:nvGrpSpPr>
              <p:cNvPr id="31" name="组合 30"/>
              <p:cNvGrpSpPr/>
              <p:nvPr/>
            </p:nvGrpSpPr>
            <p:grpSpPr>
              <a:xfrm>
                <a:off x="10402" y="1279"/>
                <a:ext cx="1282" cy="3261"/>
                <a:chOff x="5677" y="921"/>
                <a:chExt cx="854" cy="2141"/>
              </a:xfrm>
            </p:grpSpPr>
            <p:pic>
              <p:nvPicPr>
                <p:cNvPr id="32" name="图片 31" descr="/Users/suleynan_suir/Library/Containers/com.kingsoft.wpsoffice.mac/Data/tmp/photoeditapp/20260315223909/temp.pngtemp"/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>
                <a:blip r:embed="rId17"/>
                <a:srcRect l="24971" r="23638"/>
                <a:stretch>
                  <a:fillRect/>
                </a:stretch>
              </p:blipFill>
              <p:spPr>
                <a:xfrm>
                  <a:off x="5904" y="921"/>
                  <a:ext cx="444" cy="539"/>
                </a:xfrm>
                <a:prstGeom prst="rect">
                  <a:avLst/>
                </a:prstGeom>
              </p:spPr>
            </p:pic>
            <p:pic>
              <p:nvPicPr>
                <p:cNvPr id="33" name="图片 32" descr="/Users/suleynan_suir/Library/Containers/com.kingsoft.wpsoffice.mac/Data/tmp/photoeditapp/20260315224012/temp.pngtemp"/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77" y="1300"/>
                  <a:ext cx="855" cy="855"/>
                </a:xfrm>
                <a:prstGeom prst="rect">
                  <a:avLst/>
                </a:prstGeom>
              </p:spPr>
            </p:pic>
            <p:pic>
              <p:nvPicPr>
                <p:cNvPr id="34" name="图片 33" descr="/Users/suleynan_suir/Library/Containers/com.kingsoft.wpsoffice.mac/Data/tmp/photoeditapp/20260315224110/temp.pngtemp"/>
                <p:cNvPicPr>
                  <a:picLocks noChangeAspect="1"/>
                </p:cNvPicPr>
                <p:nvPr>
                  <p:custDataLst>
                    <p:tags r:id="rId26"/>
                  </p:custDataLst>
                </p:nvPr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81" y="1963"/>
                  <a:ext cx="627" cy="627"/>
                </a:xfrm>
                <a:prstGeom prst="rect">
                  <a:avLst/>
                </a:prstGeom>
              </p:spPr>
            </p:pic>
            <p:pic>
              <p:nvPicPr>
                <p:cNvPr id="35" name="图片 34" descr="/Users/suleynan_suir/Library/Containers/com.kingsoft.wpsoffice.mac/Data/tmp/photoeditapp/20260315224237/temp.pngtemp"/>
                <p:cNvPicPr>
                  <a:picLocks noChangeAspect="1"/>
                </p:cNvPicPr>
                <p:nvPr>
                  <p:custDataLst>
                    <p:tags r:id="rId27"/>
                  </p:custDataLst>
                </p:nvPr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69" y="2524"/>
                  <a:ext cx="539" cy="539"/>
                </a:xfrm>
                <a:prstGeom prst="rect">
                  <a:avLst/>
                </a:prstGeom>
              </p:spPr>
            </p:pic>
          </p:grpSp>
          <p:grpSp>
            <p:nvGrpSpPr>
              <p:cNvPr id="39" name="组合 38"/>
              <p:cNvGrpSpPr/>
              <p:nvPr/>
            </p:nvGrpSpPr>
            <p:grpSpPr>
              <a:xfrm>
                <a:off x="6375" y="2134"/>
                <a:ext cx="2081" cy="834"/>
                <a:chOff x="5873" y="5149"/>
                <a:chExt cx="3458" cy="954"/>
              </a:xfrm>
            </p:grpSpPr>
            <p:sp>
              <p:nvSpPr>
                <p:cNvPr id="37" name="立方体 36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5873" y="5149"/>
                  <a:ext cx="3459" cy="955"/>
                </a:xfrm>
                <a:prstGeom prst="cub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 w="19050" cmpd="thickThin">
                  <a:solidFill>
                    <a:schemeClr val="accent1"/>
                  </a:solidFill>
                  <a:prstDash val="sysDot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pic>
              <p:nvPicPr>
                <p:cNvPr id="38" name="图片 37" descr="/Users/suleynan_suir/Library/Containers/com.kingsoft.wpsoffice.mac/Data/tmp/photoeditapp/20260315224646/temp.pngtemp"/>
                <p:cNvPicPr>
                  <a:picLocks noChangeAspect="1"/>
                </p:cNvPicPr>
                <p:nvPr>
                  <p:custDataLst>
                    <p:tags r:id="rId29"/>
                  </p:custDataLst>
                </p:nvPr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59" y="5400"/>
                  <a:ext cx="3089" cy="661"/>
                </a:xfrm>
                <a:prstGeom prst="rect">
                  <a:avLst/>
                </a:prstGeom>
              </p:spPr>
            </p:pic>
          </p:grpSp>
          <p:pic>
            <p:nvPicPr>
              <p:cNvPr id="40" name="图片 39" descr="/Users/suleynan_suir/Library/Containers/com.kingsoft.wpsoffice.mac/Data/tmp/photoeditapp/20260315225136/temp.pngtemp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32"/>
              <a:stretch>
                <a:fillRect/>
              </a:stretch>
            </p:blipFill>
            <p:spPr>
              <a:xfrm>
                <a:off x="5529" y="4088"/>
                <a:ext cx="570" cy="570"/>
              </a:xfrm>
              <a:prstGeom prst="rect">
                <a:avLst/>
              </a:prstGeom>
            </p:spPr>
          </p:pic>
          <p:sp>
            <p:nvSpPr>
              <p:cNvPr id="42" name="文本框 41"/>
              <p:cNvSpPr txBox="1"/>
              <p:nvPr/>
            </p:nvSpPr>
            <p:spPr>
              <a:xfrm>
                <a:off x="3708" y="4022"/>
                <a:ext cx="1448" cy="35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Strongly Correlated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43" name="直接箭头连接符 42"/>
              <p:cNvCxnSpPr/>
              <p:nvPr/>
            </p:nvCxnSpPr>
            <p:spPr>
              <a:xfrm>
                <a:off x="3012" y="4372"/>
                <a:ext cx="666" cy="0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>
                <p:custDataLst>
                  <p:tags r:id="rId33"/>
                </p:custDataLst>
              </p:nvPr>
            </p:nvCxnSpPr>
            <p:spPr>
              <a:xfrm>
                <a:off x="5084" y="4372"/>
                <a:ext cx="445" cy="1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sysDot"/>
                <a:tailEnd type="stealt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15" idx="4"/>
                <a:endCxn id="37" idx="2"/>
              </p:cNvCxnSpPr>
              <p:nvPr>
                <p:custDataLst>
                  <p:tags r:id="rId34"/>
                </p:custDataLst>
              </p:nvPr>
            </p:nvCxnSpPr>
            <p:spPr>
              <a:xfrm flipV="1">
                <a:off x="5333" y="2656"/>
                <a:ext cx="1042" cy="5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10" idx="3"/>
                <a:endCxn id="15" idx="2"/>
              </p:cNvCxnSpPr>
              <p:nvPr>
                <p:custDataLst>
                  <p:tags r:id="rId35"/>
                </p:custDataLst>
              </p:nvPr>
            </p:nvCxnSpPr>
            <p:spPr>
              <a:xfrm>
                <a:off x="2419" y="2656"/>
                <a:ext cx="683" cy="5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49" name="图片 48"/>
              <p:cNvPicPr>
                <a:picLocks noChangeAspect="1"/>
              </p:cNvPicPr>
              <p:nvPr>
                <p:custDataLst>
                  <p:tags r:id="rId36"/>
                </p:custDataLst>
              </p:nvPr>
            </p:nvPicPr>
            <p:blipFill>
              <a:blip r:embed="rId37"/>
              <a:stretch>
                <a:fillRect/>
              </a:stretch>
            </p:blipFill>
            <p:spPr>
              <a:xfrm>
                <a:off x="3102" y="3128"/>
                <a:ext cx="628" cy="628"/>
              </a:xfrm>
              <a:prstGeom prst="rect">
                <a:avLst/>
              </a:prstGeom>
            </p:spPr>
          </p:pic>
          <p:sp>
            <p:nvSpPr>
              <p:cNvPr id="50" name="文本框 49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2706" y="3705"/>
                <a:ext cx="137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ea typeface="宋体" charset="0"/>
                    <a:cs typeface="Times New Roman Regular" panose="02020603050405020304" charset="0"/>
                  </a:rPr>
                  <a:t>Base-LLMs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ea typeface="宋体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51" name="图片 50"/>
              <p:cNvPicPr>
                <a:picLocks noChangeAspect="1"/>
              </p:cNvPicPr>
              <p:nvPr>
                <p:custDataLst>
                  <p:tags r:id="rId39"/>
                </p:custDataLst>
              </p:nvPr>
            </p:nvPicPr>
            <p:blipFill>
              <a:blip r:embed="rId40"/>
              <a:stretch>
                <a:fillRect/>
              </a:stretch>
            </p:blipFill>
            <p:spPr>
              <a:xfrm>
                <a:off x="4014" y="3134"/>
                <a:ext cx="569" cy="569"/>
              </a:xfrm>
              <a:prstGeom prst="rect">
                <a:avLst/>
              </a:prstGeom>
            </p:spPr>
          </p:pic>
          <p:sp>
            <p:nvSpPr>
              <p:cNvPr id="52" name="文本框 51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3617" y="3703"/>
                <a:ext cx="137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Cloud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53" name="图片 52" descr="/Users/suleynan_suir/Library/Containers/com.kingsoft.wpsoffice.mac/Data/tmp/photoeditapp/20260315235040/temp.pngtemp"/>
              <p:cNvPicPr>
                <a:picLocks noChangeAspect="1"/>
              </p:cNvPicPr>
              <p:nvPr>
                <p:custDataLst>
                  <p:tags r:id="rId42"/>
                </p:custDataLst>
              </p:nvPr>
            </p:nvPicPr>
            <p:blipFill>
              <a:blip r:embed="rId43"/>
              <a:stretch>
                <a:fillRect/>
              </a:stretch>
            </p:blipFill>
            <p:spPr>
              <a:xfrm>
                <a:off x="4877" y="3122"/>
                <a:ext cx="491" cy="582"/>
              </a:xfrm>
              <a:prstGeom prst="rect">
                <a:avLst/>
              </a:prstGeom>
            </p:spPr>
          </p:pic>
          <p:sp>
            <p:nvSpPr>
              <p:cNvPr id="54" name="文本框 5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4331" y="3702"/>
                <a:ext cx="160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ea typeface="宋体" charset="0"/>
                    <a:cs typeface="Times New Roman Regular" panose="02020603050405020304" charset="0"/>
                  </a:rPr>
                  <a:t>Params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ea typeface="宋体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55" name="图片 54"/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>
              <a:blip r:embed="rId46"/>
              <a:stretch>
                <a:fillRect/>
              </a:stretch>
            </p:blipFill>
            <p:spPr>
              <a:xfrm>
                <a:off x="4206" y="1155"/>
                <a:ext cx="497" cy="539"/>
              </a:xfrm>
              <a:prstGeom prst="rect">
                <a:avLst/>
              </a:prstGeom>
              <a:ln w="34925" cap="flat" cmpd="dbl">
                <a:solidFill>
                  <a:srgbClr val="00B050"/>
                </a:solidFill>
                <a:prstDash val="sysDot"/>
              </a:ln>
            </p:spPr>
          </p:pic>
          <p:sp>
            <p:nvSpPr>
              <p:cNvPr id="59" name="文本框 58"/>
              <p:cNvSpPr txBox="1"/>
              <p:nvPr/>
            </p:nvSpPr>
            <p:spPr>
              <a:xfrm>
                <a:off x="8063" y="3270"/>
                <a:ext cx="281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Domain Adapted 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Fine-Tuning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61" name="图片 60"/>
              <p:cNvPicPr>
                <a:picLocks noChangeAspect="1"/>
              </p:cNvPicPr>
              <p:nvPr>
                <p:custDataLst>
                  <p:tags r:id="rId47"/>
                </p:custDataLst>
              </p:nvPr>
            </p:nvPicPr>
            <p:blipFill>
              <a:blip r:embed="rId48"/>
              <a:stretch>
                <a:fillRect/>
              </a:stretch>
            </p:blipFill>
            <p:spPr>
              <a:xfrm>
                <a:off x="1304" y="6613"/>
                <a:ext cx="981" cy="981"/>
              </a:xfrm>
              <a:prstGeom prst="rect">
                <a:avLst/>
              </a:prstGeom>
            </p:spPr>
          </p:pic>
          <p:sp>
            <p:nvSpPr>
              <p:cNvPr id="62" name="文本框 61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635" y="7629"/>
                <a:ext cx="237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 i="1">
                    <a:latin typeface="Times New Roman Regular" panose="02020603050405020304" charset="0"/>
                    <a:cs typeface="Times New Roman Regular" panose="02020603050405020304" charset="0"/>
                  </a:rPr>
                  <a:t>User Focus Anchor</a:t>
                </a:r>
                <a:endParaRPr lang="en-US" altLang="zh-CN" sz="1200" b="1" i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63" name="云形标注 62"/>
              <p:cNvSpPr/>
              <p:nvPr/>
            </p:nvSpPr>
            <p:spPr>
              <a:xfrm>
                <a:off x="392" y="5529"/>
                <a:ext cx="2563" cy="858"/>
              </a:xfrm>
              <a:prstGeom prst="cloudCallout">
                <a:avLst>
                  <a:gd name="adj1" fmla="val 11808"/>
                  <a:gd name="adj2" fmla="val 7330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8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84" name="直接箭头连接符 83"/>
              <p:cNvCxnSpPr>
                <a:stCxn id="61" idx="3"/>
                <a:endCxn id="110" idx="2"/>
              </p:cNvCxnSpPr>
              <p:nvPr>
                <p:custDataLst>
                  <p:tags r:id="rId50"/>
                </p:custDataLst>
              </p:nvPr>
            </p:nvCxnSpPr>
            <p:spPr>
              <a:xfrm flipV="1">
                <a:off x="2285" y="7090"/>
                <a:ext cx="2253" cy="14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3182" y="5259"/>
                <a:ext cx="770" cy="1480"/>
                <a:chOff x="2803" y="5177"/>
                <a:chExt cx="770" cy="1480"/>
              </a:xfrm>
            </p:grpSpPr>
            <p:sp>
              <p:nvSpPr>
                <p:cNvPr id="85" name="圆角矩形 84"/>
                <p:cNvSpPr/>
                <p:nvPr/>
              </p:nvSpPr>
              <p:spPr>
                <a:xfrm>
                  <a:off x="2803" y="5177"/>
                  <a:ext cx="770" cy="359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 b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Pred</a:t>
                  </a:r>
                  <a:endParaRPr lang="en-US" altLang="zh-CN" sz="900" b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86" name="圆角矩形 85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2803" y="5782"/>
                  <a:ext cx="770" cy="331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 b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Tpor</a:t>
                  </a:r>
                  <a:endParaRPr lang="en-US" altLang="zh-CN" sz="900" b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87" name="圆角矩形 86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2803" y="6326"/>
                  <a:ext cx="770" cy="331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700" b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Effect</a:t>
                  </a:r>
                  <a:endParaRPr lang="en-US" altLang="zh-CN" sz="700" b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sp>
            <p:nvSpPr>
              <p:cNvPr id="89" name="左大括号 88"/>
              <p:cNvSpPr/>
              <p:nvPr>
                <p:custDataLst>
                  <p:tags r:id="rId53"/>
                </p:custDataLst>
              </p:nvPr>
            </p:nvSpPr>
            <p:spPr>
              <a:xfrm>
                <a:off x="3051" y="5416"/>
                <a:ext cx="121" cy="1197"/>
              </a:xfrm>
              <a:prstGeom prst="leftBrace">
                <a:avLst>
                  <a:gd name="adj1" fmla="val 0"/>
                  <a:gd name="adj2" fmla="val 50000"/>
                </a:avLst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90" name="图片 89"/>
              <p:cNvPicPr>
                <a:picLocks noChangeAspect="1"/>
              </p:cNvPicPr>
              <p:nvPr>
                <p:custDataLst>
                  <p:tags r:id="rId54"/>
                </p:custDataLst>
              </p:nvPr>
            </p:nvPicPr>
            <p:blipFill>
              <a:blip r:embed="rId55"/>
              <a:stretch>
                <a:fillRect/>
              </a:stretch>
            </p:blipFill>
            <p:spPr>
              <a:xfrm>
                <a:off x="6772" y="6104"/>
                <a:ext cx="1223" cy="671"/>
              </a:xfrm>
              <a:prstGeom prst="rect">
                <a:avLst/>
              </a:prstGeom>
            </p:spPr>
          </p:pic>
          <p:pic>
            <p:nvPicPr>
              <p:cNvPr id="91" name="图片 90"/>
              <p:cNvPicPr>
                <a:picLocks noChangeAspect="1"/>
              </p:cNvPicPr>
              <p:nvPr>
                <p:custDataLst>
                  <p:tags r:id="rId56"/>
                </p:custDataLst>
              </p:nvPr>
            </p:nvPicPr>
            <p:blipFill>
              <a:blip r:embed="rId55"/>
              <a:stretch>
                <a:fillRect/>
              </a:stretch>
            </p:blipFill>
            <p:spPr>
              <a:xfrm>
                <a:off x="6772" y="6835"/>
                <a:ext cx="1223" cy="671"/>
              </a:xfrm>
              <a:prstGeom prst="rect">
                <a:avLst/>
              </a:prstGeom>
            </p:spPr>
          </p:pic>
          <p:pic>
            <p:nvPicPr>
              <p:cNvPr id="92" name="图片 91"/>
              <p:cNvPicPr>
                <a:picLocks noChangeAspect="1"/>
              </p:cNvPicPr>
              <p:nvPr>
                <p:custDataLst>
                  <p:tags r:id="rId57"/>
                </p:custDataLst>
              </p:nvPr>
            </p:nvPicPr>
            <p:blipFill>
              <a:blip r:embed="rId55"/>
              <a:stretch>
                <a:fillRect/>
              </a:stretch>
            </p:blipFill>
            <p:spPr>
              <a:xfrm>
                <a:off x="6772" y="7675"/>
                <a:ext cx="1223" cy="671"/>
              </a:xfrm>
              <a:prstGeom prst="rect">
                <a:avLst/>
              </a:prstGeom>
            </p:spPr>
          </p:pic>
          <p:grpSp>
            <p:nvGrpSpPr>
              <p:cNvPr id="95" name="组合 94"/>
              <p:cNvGrpSpPr/>
              <p:nvPr/>
            </p:nvGrpSpPr>
            <p:grpSpPr>
              <a:xfrm>
                <a:off x="8312" y="6013"/>
                <a:ext cx="1380" cy="870"/>
                <a:chOff x="10381" y="5012"/>
                <a:chExt cx="1380" cy="870"/>
              </a:xfrm>
            </p:grpSpPr>
            <p:pic>
              <p:nvPicPr>
                <p:cNvPr id="93" name="图片 92" descr="/Users/suleynan_suir/Library/Containers/com.kingsoft.wpsoffice.mac/Data/tmp/photoeditapp/20260316002556/temp.pngtemp"/>
                <p:cNvPicPr>
                  <a:picLocks noChangeAspect="1"/>
                </p:cNvPicPr>
                <p:nvPr>
                  <p:custDataLst>
                    <p:tags r:id="rId58"/>
                  </p:custDataLst>
                </p:nvPr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81" y="5012"/>
                  <a:ext cx="1381" cy="870"/>
                </a:xfrm>
                <a:prstGeom prst="rect">
                  <a:avLst/>
                </a:prstGeom>
              </p:spPr>
            </p:pic>
            <p:sp>
              <p:nvSpPr>
                <p:cNvPr id="94" name="矩形 93"/>
                <p:cNvSpPr/>
                <p:nvPr/>
              </p:nvSpPr>
              <p:spPr>
                <a:xfrm>
                  <a:off x="11134" y="5352"/>
                  <a:ext cx="253" cy="277"/>
                </a:xfrm>
                <a:prstGeom prst="rect">
                  <a:avLst/>
                </a:prstGeom>
                <a:noFill/>
                <a:ln w="41275">
                  <a:solidFill>
                    <a:srgbClr val="00B0F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grpSp>
            <p:nvGrpSpPr>
              <p:cNvPr id="96" name="组合 95"/>
              <p:cNvGrpSpPr/>
              <p:nvPr/>
            </p:nvGrpSpPr>
            <p:grpSpPr>
              <a:xfrm>
                <a:off x="8313" y="7581"/>
                <a:ext cx="1381" cy="870"/>
                <a:chOff x="10381" y="5012"/>
                <a:chExt cx="1381" cy="870"/>
              </a:xfrm>
            </p:grpSpPr>
            <p:pic>
              <p:nvPicPr>
                <p:cNvPr id="97" name="图片 96" descr="/Users/suleynan_suir/Library/Containers/com.kingsoft.wpsoffice.mac/Data/tmp/photoeditapp/20260316002556/temp.pngtemp"/>
                <p:cNvPicPr>
                  <a:picLocks noChangeAspect="1"/>
                </p:cNvPicPr>
                <p:nvPr>
                  <p:custDataLst>
                    <p:tags r:id="rId60"/>
                  </p:custDataLst>
                </p:nvPr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81" y="5012"/>
                  <a:ext cx="1381" cy="870"/>
                </a:xfrm>
                <a:prstGeom prst="rect">
                  <a:avLst/>
                </a:prstGeom>
              </p:spPr>
            </p:pic>
            <p:sp>
              <p:nvSpPr>
                <p:cNvPr id="98" name="矩形 97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10979" y="5352"/>
                  <a:ext cx="253" cy="277"/>
                </a:xfrm>
                <a:prstGeom prst="rect">
                  <a:avLst/>
                </a:prstGeom>
                <a:noFill/>
                <a:ln w="412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cxnSp>
            <p:nvCxnSpPr>
              <p:cNvPr id="99" name="直接箭头连接符 98"/>
              <p:cNvCxnSpPr>
                <a:stCxn id="90" idx="3"/>
              </p:cNvCxnSpPr>
              <p:nvPr/>
            </p:nvCxnSpPr>
            <p:spPr>
              <a:xfrm>
                <a:off x="7995" y="6440"/>
                <a:ext cx="317" cy="8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0" name="直接箭头连接符 99"/>
              <p:cNvCxnSpPr>
                <a:stCxn id="92" idx="3"/>
              </p:cNvCxnSpPr>
              <p:nvPr>
                <p:custDataLst>
                  <p:tags r:id="rId62"/>
                </p:custDataLst>
              </p:nvPr>
            </p:nvCxnSpPr>
            <p:spPr>
              <a:xfrm>
                <a:off x="7995" y="8011"/>
                <a:ext cx="318" cy="5"/>
              </a:xfrm>
              <a:prstGeom prst="straightConnector1">
                <a:avLst/>
              </a:prstGeom>
              <a:ln w="25400" cmpd="sng">
                <a:solidFill>
                  <a:schemeClr val="tx1"/>
                </a:solidFill>
                <a:prstDash val="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1" name="文本框 100"/>
              <p:cNvSpPr txBox="1"/>
              <p:nvPr/>
            </p:nvSpPr>
            <p:spPr>
              <a:xfrm>
                <a:off x="9147" y="7755"/>
                <a:ext cx="49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rgbClr val="FF000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?</a:t>
                </a:r>
                <a:endParaRPr lang="en-US" altLang="zh-CN" b="1">
                  <a:solidFill>
                    <a:srgbClr val="FF000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02" name="文本框 101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9282" y="6195"/>
                <a:ext cx="49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rgbClr val="00B0F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!</a:t>
                </a:r>
                <a:endParaRPr lang="en-US" altLang="zh-CN" b="1">
                  <a:solidFill>
                    <a:srgbClr val="00B0F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03" name="文本框 102"/>
              <p:cNvSpPr txBox="1"/>
              <p:nvPr>
                <p:custDataLst>
                  <p:tags r:id="rId64"/>
                </p:custDataLst>
              </p:nvPr>
            </p:nvSpPr>
            <p:spPr>
              <a:xfrm>
                <a:off x="8307" y="5490"/>
                <a:ext cx="137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rgbClr val="00B0F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User Notes &amp; Focus</a:t>
                </a:r>
                <a:endParaRPr lang="en-US" altLang="zh-CN" sz="1000" b="1">
                  <a:solidFill>
                    <a:srgbClr val="00B0F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04" name="文本框 103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8167" y="7220"/>
                <a:ext cx="176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rgbClr val="FF000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User Concerns</a:t>
                </a:r>
                <a:endParaRPr lang="en-US" altLang="zh-CN" sz="1000" b="1">
                  <a:solidFill>
                    <a:srgbClr val="FF000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105" name="肘形连接符 104"/>
              <p:cNvCxnSpPr>
                <a:endCxn id="90" idx="1"/>
              </p:cNvCxnSpPr>
              <p:nvPr>
                <p:custDataLst>
                  <p:tags r:id="rId66"/>
                </p:custDataLst>
              </p:nvPr>
            </p:nvCxnSpPr>
            <p:spPr>
              <a:xfrm flipV="1">
                <a:off x="6232" y="6440"/>
                <a:ext cx="540" cy="659"/>
              </a:xfrm>
              <a:prstGeom prst="bentConnector3">
                <a:avLst>
                  <a:gd name="adj1" fmla="val 50000"/>
                </a:avLst>
              </a:prstGeom>
              <a:ln w="25400" cmpd="sng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肘形连接符 105"/>
              <p:cNvCxnSpPr>
                <a:endCxn id="92" idx="1"/>
              </p:cNvCxnSpPr>
              <p:nvPr>
                <p:custDataLst>
                  <p:tags r:id="rId67"/>
                </p:custDataLst>
              </p:nvPr>
            </p:nvCxnSpPr>
            <p:spPr>
              <a:xfrm>
                <a:off x="6232" y="7099"/>
                <a:ext cx="540" cy="912"/>
              </a:xfrm>
              <a:prstGeom prst="bentConnector3">
                <a:avLst>
                  <a:gd name="adj1" fmla="val 50000"/>
                </a:avLst>
              </a:prstGeom>
              <a:ln w="25400" cmpd="sng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7" name="矩形 106"/>
              <p:cNvSpPr/>
              <p:nvPr>
                <p:custDataLst>
                  <p:tags r:id="rId68"/>
                </p:custDataLst>
              </p:nvPr>
            </p:nvSpPr>
            <p:spPr>
              <a:xfrm>
                <a:off x="8079" y="5490"/>
                <a:ext cx="1774" cy="2996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sys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10" name="立方体 109"/>
              <p:cNvSpPr/>
              <p:nvPr>
                <p:custDataLst>
                  <p:tags r:id="rId69"/>
                </p:custDataLst>
              </p:nvPr>
            </p:nvSpPr>
            <p:spPr>
              <a:xfrm>
                <a:off x="4539" y="6322"/>
                <a:ext cx="1787" cy="1197"/>
              </a:xfrm>
              <a:prstGeom prst="cube">
                <a:avLst>
                  <a:gd name="adj" fmla="val 28364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 cmpd="thickThin">
                <a:noFill/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b="1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CognitiveTemp-DS</a:t>
                </a:r>
                <a:endParaRPr lang="en-US" altLang="zh-CN" sz="1400" b="1" i="1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131" name="组合 130"/>
              <p:cNvGrpSpPr/>
              <p:nvPr/>
            </p:nvGrpSpPr>
            <p:grpSpPr>
              <a:xfrm>
                <a:off x="1304" y="8332"/>
                <a:ext cx="3611" cy="2303"/>
                <a:chOff x="4383" y="5312"/>
                <a:chExt cx="4168" cy="2303"/>
              </a:xfrm>
            </p:grpSpPr>
            <p:grpSp>
              <p:nvGrpSpPr>
                <p:cNvPr id="132" name="组合 131"/>
                <p:cNvGrpSpPr/>
                <p:nvPr/>
              </p:nvGrpSpPr>
              <p:grpSpPr>
                <a:xfrm>
                  <a:off x="4383" y="5397"/>
                  <a:ext cx="4168" cy="2218"/>
                  <a:chOff x="3965" y="5397"/>
                  <a:chExt cx="3637" cy="2218"/>
                </a:xfrm>
              </p:grpSpPr>
              <p:sp>
                <p:nvSpPr>
                  <p:cNvPr id="133" name="立方体 132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3965" y="5397"/>
                    <a:ext cx="3637" cy="2218"/>
                  </a:xfrm>
                  <a:prstGeom prst="cub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9050" cmpd="thickThin">
                    <a:noFill/>
                    <a:prstDash val="sysDot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b="1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pic>
                <p:nvPicPr>
                  <p:cNvPr id="134" name="图片 133" descr="/Users/suleynan_suir/Library/Containers/com.kingsoft.wpsoffice.mac/Data/tmp/photoeditapp/20260315222559/temp.pngtemp"/>
                  <p:cNvPicPr>
                    <a:picLocks noChangeAspect="1"/>
                  </p:cNvPicPr>
                  <p:nvPr>
                    <p:custDataLst>
                      <p:tags r:id="rId71"/>
                    </p:custDataLst>
                  </p:nvPr>
                </p:nvPicPr>
                <p:blipFill>
                  <a:blip r:embed="rId7"/>
                  <a:srcRect l="9698" r="12242"/>
                  <a:stretch>
                    <a:fillRect/>
                  </a:stretch>
                </p:blipFill>
                <p:spPr>
                  <a:xfrm>
                    <a:off x="4020" y="6531"/>
                    <a:ext cx="491" cy="539"/>
                  </a:xfrm>
                  <a:prstGeom prst="rect">
                    <a:avLst/>
                  </a:prstGeom>
                  <a:ln w="28575" cap="flat" cmpd="dbl">
                    <a:noFill/>
                    <a:prstDash val="sysDot"/>
                  </a:ln>
                </p:spPr>
              </p:pic>
              <p:pic>
                <p:nvPicPr>
                  <p:cNvPr id="135" name="图片 134" descr="/Users/suleynan_suir/Library/Containers/com.kingsoft.wpsoffice.mac/Data/tmp/photoeditapp/20260315224237/temp.pngtemp"/>
                  <p:cNvPicPr>
                    <a:picLocks noChangeAspect="1"/>
                  </p:cNvPicPr>
                  <p:nvPr>
                    <p:custDataLst>
                      <p:tags r:id="rId72"/>
                    </p:custDataLst>
                  </p:nvPr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083" y="7070"/>
                    <a:ext cx="432" cy="422"/>
                  </a:xfrm>
                  <a:prstGeom prst="rect">
                    <a:avLst/>
                  </a:prstGeom>
                </p:spPr>
              </p:pic>
              <p:pic>
                <p:nvPicPr>
                  <p:cNvPr id="136" name="图片 135" descr="/Users/suleynan_suir/Library/Containers/com.kingsoft.wpsoffice.mac/Data/tmp/photoeditapp/20260315224110/temp.pngtemp"/>
                  <p:cNvPicPr>
                    <a:picLocks noChangeAspect="1"/>
                  </p:cNvPicPr>
                  <p:nvPr>
                    <p:custDataLst>
                      <p:tags r:id="rId73"/>
                    </p:custDataLst>
                  </p:nvPr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008" y="6082"/>
                    <a:ext cx="503" cy="491"/>
                  </a:xfrm>
                  <a:prstGeom prst="rect">
                    <a:avLst/>
                  </a:prstGeom>
                </p:spPr>
              </p:pic>
              <p:pic>
                <p:nvPicPr>
                  <p:cNvPr id="137" name="图片 136" descr="/Users/suleynan_suir/Library/Containers/com.kingsoft.wpsoffice.mac/Data/tmp/photoeditapp/20260316000912/temp.pngtemp"/>
                  <p:cNvPicPr>
                    <a:picLocks noChangeAspect="1"/>
                  </p:cNvPicPr>
                  <p:nvPr>
                    <p:custDataLst>
                      <p:tags r:id="rId74"/>
                    </p:custDataLst>
                  </p:nvPr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4788" y="6083"/>
                    <a:ext cx="331" cy="331"/>
                  </a:xfrm>
                  <a:prstGeom prst="rect">
                    <a:avLst/>
                  </a:prstGeom>
                </p:spPr>
              </p:pic>
              <p:sp>
                <p:nvSpPr>
                  <p:cNvPr id="138" name="文本框 137"/>
                  <p:cNvSpPr txBox="1"/>
                  <p:nvPr>
                    <p:custDataLst>
                      <p:tags r:id="rId76"/>
                    </p:custDataLst>
                  </p:nvPr>
                </p:nvSpPr>
                <p:spPr>
                  <a:xfrm>
                    <a:off x="5066" y="6040"/>
                    <a:ext cx="1917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Uncertain-Aware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pic>
                <p:nvPicPr>
                  <p:cNvPr id="139" name="图片 138"/>
                  <p:cNvPicPr>
                    <a:picLocks noChangeAspect="1"/>
                  </p:cNvPicPr>
                  <p:nvPr>
                    <p:custDataLst>
                      <p:tags r:id="rId77"/>
                    </p:custDataLst>
                  </p:nvPr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4805" y="6454"/>
                    <a:ext cx="277" cy="277"/>
                  </a:xfrm>
                  <a:prstGeom prst="rect">
                    <a:avLst/>
                  </a:prstGeom>
                </p:spPr>
              </p:pic>
              <p:sp>
                <p:nvSpPr>
                  <p:cNvPr id="140" name="文本框 139"/>
                  <p:cNvSpPr txBox="1"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5066" y="6434"/>
                    <a:ext cx="2454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Paras-Decompose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pic>
                <p:nvPicPr>
                  <p:cNvPr id="141" name="图片 140"/>
                  <p:cNvPicPr>
                    <a:picLocks noChangeAspect="1"/>
                  </p:cNvPicPr>
                  <p:nvPr>
                    <p:custDataLst>
                      <p:tags r:id="rId80"/>
                    </p:custDataLst>
                  </p:nvPr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4780" y="6842"/>
                    <a:ext cx="324" cy="324"/>
                  </a:xfrm>
                  <a:prstGeom prst="rect">
                    <a:avLst/>
                  </a:prstGeom>
                </p:spPr>
              </p:pic>
              <p:sp>
                <p:nvSpPr>
                  <p:cNvPr id="142" name="文本框 141"/>
                  <p:cNvSpPr txBox="1"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5068" y="6824"/>
                    <a:ext cx="1917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Iteractive Loops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pic>
                <p:nvPicPr>
                  <p:cNvPr id="143" name="图片 142"/>
                  <p:cNvPicPr>
                    <a:picLocks noChangeAspect="1"/>
                  </p:cNvPicPr>
                  <p:nvPr>
                    <p:custDataLst>
                      <p:tags r:id="rId83"/>
                    </p:custDataLst>
                  </p:nvPr>
                </p:nvPicPr>
                <p:blipFill>
                  <a:blip r:embed="rId84"/>
                  <a:stretch>
                    <a:fillRect/>
                  </a:stretch>
                </p:blipFill>
                <p:spPr>
                  <a:xfrm flipH="1">
                    <a:off x="4804" y="7261"/>
                    <a:ext cx="285" cy="285"/>
                  </a:xfrm>
                  <a:prstGeom prst="rect">
                    <a:avLst/>
                  </a:prstGeom>
                </p:spPr>
              </p:pic>
              <p:sp>
                <p:nvSpPr>
                  <p:cNvPr id="144" name="文本框 143"/>
                  <p:cNvSpPr txBox="1"/>
                  <p:nvPr>
                    <p:custDataLst>
                      <p:tags r:id="rId85"/>
                    </p:custDataLst>
                  </p:nvPr>
                </p:nvSpPr>
                <p:spPr>
                  <a:xfrm>
                    <a:off x="5053" y="7169"/>
                    <a:ext cx="1917" cy="38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Cross-Dimension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</p:grpSp>
            <p:sp>
              <p:nvSpPr>
                <p:cNvPr id="145" name="左大括号 144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5127" y="6222"/>
                  <a:ext cx="121" cy="1197"/>
                </a:xfrm>
                <a:prstGeom prst="leftBrace">
                  <a:avLst>
                    <a:gd name="adj1" fmla="val 0"/>
                    <a:gd name="adj2" fmla="val 50000"/>
                  </a:avLst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146" name="文本框 145"/>
                <p:cNvSpPr txBox="1"/>
                <p:nvPr>
                  <p:custDataLst>
                    <p:tags r:id="rId87"/>
                  </p:custDataLst>
                </p:nvPr>
              </p:nvSpPr>
              <p:spPr>
                <a:xfrm>
                  <a:off x="4735" y="5402"/>
                  <a:ext cx="3457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>
                      <a:latin typeface="Times New Roman Regular" panose="02020603050405020304" charset="0"/>
                      <a:cs typeface="Times New Roman Regular" panose="02020603050405020304" charset="0"/>
                    </a:rPr>
                    <a:t>UPAIRs Agent</a:t>
                  </a:r>
                  <a:endParaRPr lang="en-US" altLang="zh-CN" sz="1600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grpSp>
              <p:nvGrpSpPr>
                <p:cNvPr id="147" name="组合 146"/>
                <p:cNvGrpSpPr/>
                <p:nvPr/>
              </p:nvGrpSpPr>
              <p:grpSpPr>
                <a:xfrm>
                  <a:off x="7356" y="5312"/>
                  <a:ext cx="576" cy="585"/>
                  <a:chOff x="8769" y="1977"/>
                  <a:chExt cx="1170" cy="1220"/>
                </a:xfrm>
              </p:grpSpPr>
              <p:pic>
                <p:nvPicPr>
                  <p:cNvPr id="148" name="图片 147" descr="/Users/suleynan_suir/Library/Containers/com.kingsoft.wpsoffice.mac/Data/tmp/photoeditapp/20260315235532/temp.pngtemp"/>
                  <p:cNvPicPr>
                    <a:picLocks noChangeAspect="1"/>
                  </p:cNvPicPr>
                  <p:nvPr>
                    <p:custDataLst>
                      <p:tags r:id="rId88"/>
                    </p:custDataLst>
                  </p:nvPr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769" y="1977"/>
                    <a:ext cx="1170" cy="1220"/>
                  </a:xfrm>
                  <a:prstGeom prst="rect">
                    <a:avLst/>
                  </a:prstGeom>
                </p:spPr>
              </p:pic>
              <p:pic>
                <p:nvPicPr>
                  <p:cNvPr id="149" name="图片 148"/>
                  <p:cNvPicPr>
                    <a:picLocks noChangeAspect="1"/>
                  </p:cNvPicPr>
                  <p:nvPr>
                    <p:custDataLst>
                      <p:tags r:id="rId89"/>
                    </p:custDataLst>
                  </p:nvPr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984" y="2447"/>
                    <a:ext cx="670" cy="670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150" name="肘形连接符 149"/>
              <p:cNvCxnSpPr/>
              <p:nvPr>
                <p:custDataLst>
                  <p:tags r:id="rId90"/>
                </p:custDataLst>
              </p:nvPr>
            </p:nvCxnSpPr>
            <p:spPr>
              <a:xfrm flipH="1">
                <a:off x="4178" y="6985"/>
                <a:ext cx="5692" cy="1362"/>
              </a:xfrm>
              <a:prstGeom prst="bentConnector5">
                <a:avLst>
                  <a:gd name="adj1" fmla="val -6589"/>
                  <a:gd name="adj2" fmla="val -119309"/>
                  <a:gd name="adj3" fmla="val 100052"/>
                </a:avLst>
              </a:prstGeom>
              <a:ln w="25400" cmpd="sng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54" name="图片 153" descr="/Users/suleynan_suir/Library/Containers/com.kingsoft.wpsoffice.mac/Data/tmp/photoeditapp/20260316004634/temp.pngtemp"/>
              <p:cNvPicPr>
                <a:picLocks noChangeAspect="1"/>
              </p:cNvPicPr>
              <p:nvPr>
                <p:custDataLst>
                  <p:tags r:id="rId91"/>
                </p:custDataLst>
              </p:nvPr>
            </p:nvPicPr>
            <p:blipFill>
              <a:blip r:embed="rId92"/>
              <a:stretch>
                <a:fillRect/>
              </a:stretch>
            </p:blipFill>
            <p:spPr>
              <a:xfrm>
                <a:off x="7000" y="8431"/>
                <a:ext cx="2097" cy="2097"/>
              </a:xfrm>
              <a:prstGeom prst="rect">
                <a:avLst/>
              </a:prstGeom>
            </p:spPr>
          </p:pic>
          <p:pic>
            <p:nvPicPr>
              <p:cNvPr id="155" name="图片 154"/>
              <p:cNvPicPr>
                <a:picLocks noChangeAspect="1"/>
              </p:cNvPicPr>
              <p:nvPr>
                <p:custDataLst>
                  <p:tags r:id="rId93"/>
                </p:custDataLst>
              </p:nvPr>
            </p:nvPicPr>
            <p:blipFill>
              <a:blip r:embed="rId94"/>
              <a:stretch>
                <a:fillRect/>
              </a:stretch>
            </p:blipFill>
            <p:spPr>
              <a:xfrm rot="16200000">
                <a:off x="5814" y="9027"/>
                <a:ext cx="911" cy="911"/>
              </a:xfrm>
              <a:prstGeom prst="rect">
                <a:avLst/>
              </a:prstGeom>
            </p:spPr>
          </p:pic>
          <p:pic>
            <p:nvPicPr>
              <p:cNvPr id="157" name="图片 156"/>
              <p:cNvPicPr>
                <a:picLocks noChangeAspect="1"/>
              </p:cNvPicPr>
              <p:nvPr>
                <p:custDataLst>
                  <p:tags r:id="rId95"/>
                </p:custDataLst>
              </p:nvPr>
            </p:nvPicPr>
            <p:blipFill>
              <a:blip r:embed="rId96">
                <a:alphaModFix amt="40000"/>
              </a:blip>
              <a:stretch>
                <a:fillRect/>
              </a:stretch>
            </p:blipFill>
            <p:spPr>
              <a:xfrm>
                <a:off x="5326" y="8655"/>
                <a:ext cx="1830" cy="1718"/>
              </a:xfrm>
              <a:prstGeom prst="rect">
                <a:avLst/>
              </a:prstGeom>
            </p:spPr>
          </p:pic>
          <p:cxnSp>
            <p:nvCxnSpPr>
              <p:cNvPr id="159" name="直接箭头连接符 158"/>
              <p:cNvCxnSpPr/>
              <p:nvPr>
                <p:custDataLst>
                  <p:tags r:id="rId97"/>
                </p:custDataLst>
              </p:nvPr>
            </p:nvCxnSpPr>
            <p:spPr>
              <a:xfrm>
                <a:off x="4883" y="9536"/>
                <a:ext cx="641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6976" y="9536"/>
                <a:ext cx="488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61" name="图片 160" descr="/Users/suleynan_suir/Library/Containers/com.kingsoft.wpsoffice.mac/Data/tmp/photoeditapp/20260316005346/temp.pngtemp"/>
              <p:cNvPicPr>
                <a:picLocks noChangeAspect="1"/>
              </p:cNvPicPr>
              <p:nvPr>
                <p:custDataLst>
                  <p:tags r:id="rId99"/>
                </p:custDataLst>
              </p:nvPr>
            </p:nvPicPr>
            <p:blipFill>
              <a:blip r:embed="rId100"/>
              <a:srcRect l="4624" t="35258" r="9032" b="34582"/>
              <a:stretch>
                <a:fillRect/>
              </a:stretch>
            </p:blipFill>
            <p:spPr>
              <a:xfrm>
                <a:off x="9464" y="8737"/>
                <a:ext cx="1606" cy="491"/>
              </a:xfrm>
              <a:prstGeom prst="rect">
                <a:avLst/>
              </a:prstGeom>
            </p:spPr>
          </p:pic>
          <p:sp>
            <p:nvSpPr>
              <p:cNvPr id="163" name="文本框 162"/>
              <p:cNvSpPr txBox="1"/>
              <p:nvPr>
                <p:custDataLst>
                  <p:tags r:id="rId101"/>
                </p:custDataLst>
              </p:nvPr>
            </p:nvSpPr>
            <p:spPr>
              <a:xfrm>
                <a:off x="8597" y="8827"/>
                <a:ext cx="1171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900">
                    <a:latin typeface="Times New Roman Regular" panose="02020603050405020304" charset="0"/>
                    <a:cs typeface="Times New Roman Regular" panose="02020603050405020304" charset="0"/>
                  </a:rPr>
                  <a:t>Confidence</a:t>
                </a:r>
                <a:endParaRPr lang="en-US" altLang="zh-CN" sz="9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64" name="图片 163" descr="/Users/suleynan_suir/Library/Containers/com.kingsoft.wpsoffice.mac/Data/tmp/photoeditapp/20260316005346/temp.pngtemp"/>
              <p:cNvPicPr>
                <a:picLocks noChangeAspect="1"/>
              </p:cNvPicPr>
              <p:nvPr>
                <p:custDataLst>
                  <p:tags r:id="rId102"/>
                </p:custDataLst>
              </p:nvPr>
            </p:nvPicPr>
            <p:blipFill>
              <a:blip r:embed="rId100"/>
              <a:srcRect l="4624" t="35258" r="9032" b="34582"/>
              <a:stretch>
                <a:fillRect/>
              </a:stretch>
            </p:blipFill>
            <p:spPr>
              <a:xfrm>
                <a:off x="9464" y="9338"/>
                <a:ext cx="1606" cy="491"/>
              </a:xfrm>
              <a:prstGeom prst="rect">
                <a:avLst/>
              </a:prstGeom>
            </p:spPr>
          </p:pic>
          <p:sp>
            <p:nvSpPr>
              <p:cNvPr id="165" name="文本框 164"/>
              <p:cNvSpPr txBox="1"/>
              <p:nvPr>
                <p:custDataLst>
                  <p:tags r:id="rId103"/>
                </p:custDataLst>
              </p:nvPr>
            </p:nvSpPr>
            <p:spPr>
              <a:xfrm>
                <a:off x="8723" y="9383"/>
                <a:ext cx="1171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900">
                    <a:latin typeface="Times New Roman Regular" panose="02020603050405020304" charset="0"/>
                    <a:cs typeface="Times New Roman Regular" panose="02020603050405020304" charset="0"/>
                  </a:rPr>
                  <a:t>Support</a:t>
                </a:r>
                <a:endParaRPr lang="en-US" altLang="zh-CN" sz="9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66" name="图片 165" descr="/Users/suleynan_suir/Library/Containers/com.kingsoft.wpsoffice.mac/Data/tmp/photoeditapp/20260316005346/temp.pngtemp"/>
              <p:cNvPicPr>
                <a:picLocks noChangeAspect="1"/>
              </p:cNvPicPr>
              <p:nvPr>
                <p:custDataLst>
                  <p:tags r:id="rId104"/>
                </p:custDataLst>
              </p:nvPr>
            </p:nvPicPr>
            <p:blipFill>
              <a:blip r:embed="rId100"/>
              <a:srcRect l="4624" t="35258" r="9032" b="34582"/>
              <a:stretch>
                <a:fillRect/>
              </a:stretch>
            </p:blipFill>
            <p:spPr>
              <a:xfrm>
                <a:off x="9464" y="9938"/>
                <a:ext cx="1606" cy="491"/>
              </a:xfrm>
              <a:prstGeom prst="rect">
                <a:avLst/>
              </a:prstGeom>
            </p:spPr>
          </p:pic>
          <p:sp>
            <p:nvSpPr>
              <p:cNvPr id="167" name="文本框 166"/>
              <p:cNvSpPr txBox="1"/>
              <p:nvPr>
                <p:custDataLst>
                  <p:tags r:id="rId105"/>
                </p:custDataLst>
              </p:nvPr>
            </p:nvSpPr>
            <p:spPr>
              <a:xfrm>
                <a:off x="8523" y="9892"/>
                <a:ext cx="1171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900">
                    <a:latin typeface="Times New Roman Regular" panose="02020603050405020304" charset="0"/>
                    <a:cs typeface="Times New Roman Regular" panose="02020603050405020304" charset="0"/>
                  </a:rPr>
                  <a:t>Label</a:t>
                </a:r>
                <a:endParaRPr lang="en-US" altLang="zh-CN" sz="90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 Regular" panose="02020603050405020304" charset="0"/>
                    <a:cs typeface="Times New Roman Regular" panose="02020603050405020304" charset="0"/>
                  </a:rPr>
                  <a:t> Hit-Rate</a:t>
                </a:r>
                <a:endParaRPr lang="en-US" altLang="zh-CN" sz="9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168" name="直接箭头连接符 167"/>
              <p:cNvCxnSpPr/>
              <p:nvPr>
                <p:custDataLst>
                  <p:tags r:id="rId106"/>
                </p:custDataLst>
              </p:nvPr>
            </p:nvCxnSpPr>
            <p:spPr>
              <a:xfrm flipV="1">
                <a:off x="8533" y="2656"/>
                <a:ext cx="1042" cy="5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70" name="图片 169" descr="/Users/suleynan_suir/Library/Containers/com.kingsoft.wpsoffice.mac/Data/tmp/photoeditapp/20260316010323/temp.pngtemp"/>
              <p:cNvPicPr>
                <a:picLocks noChangeAspect="1"/>
              </p:cNvPicPr>
              <p:nvPr>
                <p:custDataLst>
                  <p:tags r:id="rId107"/>
                </p:custDataLst>
              </p:nvPr>
            </p:nvPicPr>
            <p:blipFill>
              <a:blip r:embed="rId108"/>
              <a:stretch>
                <a:fillRect/>
              </a:stretch>
            </p:blipFill>
            <p:spPr>
              <a:xfrm>
                <a:off x="6042" y="882"/>
                <a:ext cx="2884" cy="1516"/>
              </a:xfrm>
              <a:prstGeom prst="rect">
                <a:avLst/>
              </a:prstGeom>
            </p:spPr>
          </p:pic>
          <p:pic>
            <p:nvPicPr>
              <p:cNvPr id="171" name="图片 170"/>
              <p:cNvPicPr>
                <a:picLocks noChangeAspect="1"/>
              </p:cNvPicPr>
              <p:nvPr>
                <p:custDataLst>
                  <p:tags r:id="rId109"/>
                </p:custDataLst>
              </p:nvPr>
            </p:nvPicPr>
            <p:blipFill>
              <a:blip r:embed="rId110"/>
              <a:stretch>
                <a:fillRect/>
              </a:stretch>
            </p:blipFill>
            <p:spPr>
              <a:xfrm>
                <a:off x="8728" y="2123"/>
                <a:ext cx="463" cy="463"/>
              </a:xfrm>
              <a:prstGeom prst="rect">
                <a:avLst/>
              </a:prstGeom>
            </p:spPr>
          </p:pic>
          <p:sp>
            <p:nvSpPr>
              <p:cNvPr id="172" name="文本框 171"/>
              <p:cNvSpPr txBox="1"/>
              <p:nvPr>
                <p:custDataLst>
                  <p:tags r:id="rId111"/>
                </p:custDataLst>
              </p:nvPr>
            </p:nvSpPr>
            <p:spPr>
              <a:xfrm>
                <a:off x="8313" y="1708"/>
                <a:ext cx="144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Fine-Tuning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73" name="图片 172"/>
              <p:cNvPicPr>
                <a:picLocks noChangeAspect="1"/>
              </p:cNvPicPr>
              <p:nvPr>
                <p:custDataLst>
                  <p:tags r:id="rId112"/>
                </p:custDataLst>
              </p:nvPr>
            </p:nvPicPr>
            <p:blipFill>
              <a:blip r:embed="rId113"/>
              <a:stretch>
                <a:fillRect/>
              </a:stretch>
            </p:blipFill>
            <p:spPr>
              <a:xfrm>
                <a:off x="6327" y="3151"/>
                <a:ext cx="772" cy="772"/>
              </a:xfrm>
              <a:prstGeom prst="rect">
                <a:avLst/>
              </a:prstGeom>
            </p:spPr>
          </p:pic>
          <p:pic>
            <p:nvPicPr>
              <p:cNvPr id="175" name="图片 174"/>
              <p:cNvPicPr>
                <a:picLocks noChangeAspect="1"/>
              </p:cNvPicPr>
              <p:nvPr>
                <p:custDataLst>
                  <p:tags r:id="rId114"/>
                </p:custDataLst>
              </p:nvPr>
            </p:nvPicPr>
            <p:blipFill>
              <a:blip r:embed="rId115"/>
              <a:stretch>
                <a:fillRect/>
              </a:stretch>
            </p:blipFill>
            <p:spPr>
              <a:xfrm>
                <a:off x="7493" y="3049"/>
                <a:ext cx="869" cy="869"/>
              </a:xfrm>
              <a:prstGeom prst="rect">
                <a:avLst/>
              </a:prstGeom>
            </p:spPr>
          </p:pic>
          <p:sp>
            <p:nvSpPr>
              <p:cNvPr id="176" name="文本框 175"/>
              <p:cNvSpPr txBox="1"/>
              <p:nvPr>
                <p:custDataLst>
                  <p:tags r:id="rId116"/>
                </p:custDataLst>
              </p:nvPr>
            </p:nvSpPr>
            <p:spPr>
              <a:xfrm>
                <a:off x="6089" y="3898"/>
                <a:ext cx="1284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Online 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Supervision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77" name="文本框 176"/>
              <p:cNvSpPr txBox="1"/>
              <p:nvPr>
                <p:custDataLst>
                  <p:tags r:id="rId117"/>
                </p:custDataLst>
              </p:nvPr>
            </p:nvSpPr>
            <p:spPr>
              <a:xfrm>
                <a:off x="7270" y="3885"/>
                <a:ext cx="138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Ollama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Deployment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78" name="图片 177" descr="/Users/suleynan_suir/Library/Containers/com.kingsoft.wpsoffice.mac/Data/tmp/photoeditapp/20260316010832/temp.pngtemp"/>
              <p:cNvPicPr>
                <a:picLocks noChangeAspect="1"/>
              </p:cNvPicPr>
              <p:nvPr>
                <p:custDataLst>
                  <p:tags r:id="rId118"/>
                </p:custDataLst>
              </p:nvPr>
            </p:nvPicPr>
            <p:blipFill>
              <a:blip r:embed="rId119"/>
              <a:stretch>
                <a:fillRect/>
              </a:stretch>
            </p:blipFill>
            <p:spPr>
              <a:xfrm>
                <a:off x="7141" y="3310"/>
                <a:ext cx="392" cy="392"/>
              </a:xfrm>
              <a:prstGeom prst="rect">
                <a:avLst/>
              </a:prstGeom>
            </p:spPr>
          </p:pic>
          <p:sp>
            <p:nvSpPr>
              <p:cNvPr id="180" name="文本框 179"/>
              <p:cNvSpPr txBox="1"/>
              <p:nvPr>
                <p:custDataLst>
                  <p:tags r:id="rId120"/>
                </p:custDataLst>
              </p:nvPr>
            </p:nvSpPr>
            <p:spPr>
              <a:xfrm>
                <a:off x="4142" y="4948"/>
                <a:ext cx="6252" cy="4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User Anchoring, Information Verify &amp; Focus-Driven Information Gains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81" name="文本框 180"/>
              <p:cNvSpPr txBox="1"/>
              <p:nvPr/>
            </p:nvSpPr>
            <p:spPr>
              <a:xfrm>
                <a:off x="3911" y="7516"/>
                <a:ext cx="281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deep search 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users focus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82" name="文本框 181"/>
              <p:cNvSpPr txBox="1"/>
              <p:nvPr>
                <p:custDataLst>
                  <p:tags r:id="rId121"/>
                </p:custDataLst>
              </p:nvPr>
            </p:nvSpPr>
            <p:spPr>
              <a:xfrm rot="5400000">
                <a:off x="9472" y="5819"/>
                <a:ext cx="2063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indent="0" algn="ctr" fontAlgn="auto">
                  <a:lnSpc>
                    <a:spcPts val="940"/>
                  </a:lnSpc>
                </a:pPr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Structured Summary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190" name="圆角矩形 189"/>
              <p:cNvSpPr/>
              <p:nvPr>
                <p:custDataLst>
                  <p:tags r:id="rId122"/>
                </p:custDataLst>
              </p:nvPr>
            </p:nvSpPr>
            <p:spPr>
              <a:xfrm>
                <a:off x="11990" y="284"/>
                <a:ext cx="6960" cy="1127"/>
              </a:xfrm>
              <a:prstGeom prst="roundRect">
                <a:avLst>
                  <a:gd name="adj" fmla="val 31523"/>
                </a:avLst>
              </a:prstGeom>
              <a:solidFill>
                <a:schemeClr val="accent2">
                  <a:lumMod val="40000"/>
                  <a:lumOff val="60000"/>
                  <a:alpha val="50000"/>
                </a:schemeClr>
              </a:solidFill>
              <a:ln w="12700" cmpd="sng">
                <a:solidFill>
                  <a:schemeClr val="accent1">
                    <a:shade val="50000"/>
                    <a:alpha val="40000"/>
                  </a:schemeClr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191" name="组合 190"/>
              <p:cNvGrpSpPr/>
              <p:nvPr/>
            </p:nvGrpSpPr>
            <p:grpSpPr>
              <a:xfrm>
                <a:off x="12084" y="411"/>
                <a:ext cx="2877" cy="1000"/>
                <a:chOff x="11880" y="411"/>
                <a:chExt cx="2877" cy="1000"/>
              </a:xfrm>
            </p:grpSpPr>
            <p:pic>
              <p:nvPicPr>
                <p:cNvPr id="183" name="图片 182"/>
                <p:cNvPicPr>
                  <a:picLocks noChangeAspect="1"/>
                </p:cNvPicPr>
                <p:nvPr>
                  <p:custDataLst>
                    <p:tags r:id="rId123"/>
                  </p:custDataLst>
                </p:nvPr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880" y="459"/>
                  <a:ext cx="539" cy="539"/>
                </a:xfrm>
                <a:prstGeom prst="rect">
                  <a:avLst/>
                </a:prstGeom>
              </p:spPr>
            </p:pic>
            <p:pic>
              <p:nvPicPr>
                <p:cNvPr id="184" name="图片 183"/>
                <p:cNvPicPr>
                  <a:picLocks noChangeAspect="1"/>
                </p:cNvPicPr>
                <p:nvPr>
                  <p:custDataLst>
                    <p:tags r:id="rId125"/>
                  </p:custDataLst>
                </p:nvPr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495" y="411"/>
                  <a:ext cx="622" cy="622"/>
                </a:xfrm>
                <a:prstGeom prst="rect">
                  <a:avLst/>
                </a:prstGeom>
              </p:spPr>
            </p:pic>
            <p:pic>
              <p:nvPicPr>
                <p:cNvPr id="186" name="图片 185"/>
                <p:cNvPicPr>
                  <a:picLocks noChangeAspect="1"/>
                </p:cNvPicPr>
                <p:nvPr>
                  <p:custDataLst>
                    <p:tags r:id="rId127"/>
                  </p:custDataLst>
                </p:nvPr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983" y="411"/>
                  <a:ext cx="1774" cy="554"/>
                </a:xfrm>
                <a:prstGeom prst="rect">
                  <a:avLst/>
                </a:prstGeom>
              </p:spPr>
            </p:pic>
            <p:sp>
              <p:nvSpPr>
                <p:cNvPr id="187" name="文本框 186"/>
                <p:cNvSpPr txBox="1"/>
                <p:nvPr>
                  <p:custDataLst>
                    <p:tags r:id="rId129"/>
                  </p:custDataLst>
                </p:nvPr>
              </p:nvSpPr>
              <p:spPr>
                <a:xfrm>
                  <a:off x="12124" y="1025"/>
                  <a:ext cx="2254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 Regular" panose="02020603050405020304" charset="0"/>
                      <a:cs typeface="Times New Roman Regular" panose="02020603050405020304" charset="0"/>
                    </a:rPr>
                    <a:t>Real Meta-Data</a:t>
                  </a:r>
                  <a:endParaRPr lang="en-US" altLang="zh-CN" sz="1000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pic>
            <p:nvPicPr>
              <p:cNvPr id="192" name="图片 191" descr="/Users/suleynan_suir/Library/Containers/com.kingsoft.wpsoffice.mac/Data/tmp/photoeditapp/20260316004634/temp.pngtemp"/>
              <p:cNvPicPr>
                <a:picLocks noChangeAspect="1"/>
              </p:cNvPicPr>
              <p:nvPr>
                <p:custDataLst>
                  <p:tags r:id="rId130"/>
                </p:custDataLst>
              </p:nvPr>
            </p:nvPicPr>
            <p:blipFill>
              <a:blip r:embed="rId92"/>
              <a:stretch>
                <a:fillRect/>
              </a:stretch>
            </p:blipFill>
            <p:spPr>
              <a:xfrm>
                <a:off x="14961" y="303"/>
                <a:ext cx="810" cy="810"/>
              </a:xfrm>
              <a:prstGeom prst="rect">
                <a:avLst/>
              </a:prstGeom>
            </p:spPr>
          </p:pic>
          <p:pic>
            <p:nvPicPr>
              <p:cNvPr id="193" name="图片 192"/>
              <p:cNvPicPr>
                <a:picLocks noChangeAspect="1"/>
              </p:cNvPicPr>
              <p:nvPr>
                <p:custDataLst>
                  <p:tags r:id="rId131"/>
                </p:custDataLst>
              </p:nvPr>
            </p:nvPicPr>
            <p:blipFill>
              <a:blip r:embed="rId48"/>
              <a:stretch>
                <a:fillRect/>
              </a:stretch>
            </p:blipFill>
            <p:spPr>
              <a:xfrm>
                <a:off x="16136" y="403"/>
                <a:ext cx="622" cy="622"/>
              </a:xfrm>
              <a:prstGeom prst="rect">
                <a:avLst/>
              </a:prstGeom>
            </p:spPr>
          </p:pic>
          <p:sp>
            <p:nvSpPr>
              <p:cNvPr id="194" name="文本框 193"/>
              <p:cNvSpPr txBox="1"/>
              <p:nvPr>
                <p:custDataLst>
                  <p:tags r:id="rId132"/>
                </p:custDataLst>
              </p:nvPr>
            </p:nvSpPr>
            <p:spPr>
              <a:xfrm>
                <a:off x="14199" y="1025"/>
                <a:ext cx="2254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Enhanced DS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195" name="图片 194" descr="/Users/suleynan_suir/Library/Containers/com.kingsoft.wpsoffice.mac/Data/tmp/photoeditapp/20260316092225/temp.pngtemp"/>
              <p:cNvPicPr>
                <a:picLocks noChangeAspect="1"/>
              </p:cNvPicPr>
              <p:nvPr>
                <p:custDataLst>
                  <p:tags r:id="rId133"/>
                </p:custDataLst>
              </p:nvPr>
            </p:nvPicPr>
            <p:blipFill>
              <a:blip r:embed="rId134"/>
              <a:stretch>
                <a:fillRect/>
              </a:stretch>
            </p:blipFill>
            <p:spPr>
              <a:xfrm>
                <a:off x="16758" y="531"/>
                <a:ext cx="539" cy="582"/>
              </a:xfrm>
              <a:prstGeom prst="rect">
                <a:avLst/>
              </a:prstGeom>
            </p:spPr>
          </p:pic>
          <p:pic>
            <p:nvPicPr>
              <p:cNvPr id="196" name="图片 195" descr="/Users/suleynan_suir/Library/Containers/com.kingsoft.wpsoffice.mac/Data/tmp/photoeditapp/20260316092307/temp.pngtemp"/>
              <p:cNvPicPr>
                <a:picLocks noChangeAspect="1"/>
              </p:cNvPicPr>
              <p:nvPr>
                <p:custDataLst>
                  <p:tags r:id="rId135"/>
                </p:custDataLst>
              </p:nvPr>
            </p:nvPicPr>
            <p:blipFill>
              <a:blip r:embed="rId136"/>
              <a:stretch>
                <a:fillRect/>
              </a:stretch>
            </p:blipFill>
            <p:spPr>
              <a:xfrm>
                <a:off x="17297" y="557"/>
                <a:ext cx="468" cy="468"/>
              </a:xfrm>
              <a:prstGeom prst="rect">
                <a:avLst/>
              </a:prstGeom>
            </p:spPr>
          </p:pic>
          <p:pic>
            <p:nvPicPr>
              <p:cNvPr id="198" name="图片 197"/>
              <p:cNvPicPr>
                <a:picLocks noChangeAspect="1"/>
              </p:cNvPicPr>
              <p:nvPr>
                <p:custDataLst>
                  <p:tags r:id="rId137"/>
                </p:custDataLst>
              </p:nvPr>
            </p:nvPicPr>
            <p:blipFill>
              <a:blip r:embed="rId138">
                <a:alphaModFix amt="44000"/>
              </a:blip>
              <a:stretch>
                <a:fillRect/>
              </a:stretch>
            </p:blipFill>
            <p:spPr>
              <a:xfrm>
                <a:off x="17831" y="569"/>
                <a:ext cx="396" cy="396"/>
              </a:xfrm>
              <a:prstGeom prst="rect">
                <a:avLst/>
              </a:prstGeom>
            </p:spPr>
          </p:pic>
          <p:sp>
            <p:nvSpPr>
              <p:cNvPr id="199" name="文本框 198"/>
              <p:cNvSpPr txBox="1"/>
              <p:nvPr>
                <p:custDataLst>
                  <p:tags r:id="rId139"/>
                </p:custDataLst>
              </p:nvPr>
            </p:nvSpPr>
            <p:spPr>
              <a:xfrm>
                <a:off x="15900" y="1018"/>
                <a:ext cx="319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User Focus &amp; Concerns Note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201" name="立方体 200"/>
              <p:cNvSpPr/>
              <p:nvPr>
                <p:custDataLst>
                  <p:tags r:id="rId140"/>
                </p:custDataLst>
              </p:nvPr>
            </p:nvSpPr>
            <p:spPr>
              <a:xfrm>
                <a:off x="13359" y="2045"/>
                <a:ext cx="1975" cy="1197"/>
              </a:xfrm>
              <a:prstGeom prst="cube">
                <a:avLst>
                  <a:gd name="adj" fmla="val 28364"/>
                </a:avLst>
              </a:prstGeom>
              <a:solidFill>
                <a:schemeClr val="accent3">
                  <a:lumMod val="40000"/>
                  <a:lumOff val="60000"/>
                  <a:alpha val="36000"/>
                </a:schemeClr>
              </a:solidFill>
              <a:ln w="19050" cmpd="thickThin">
                <a:noFill/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 b="1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Info-Extraction Prior Modules</a:t>
                </a:r>
                <a:endParaRPr lang="en-US" altLang="zh-CN" sz="1000" b="1" i="1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202" name="组合 201"/>
              <p:cNvGrpSpPr/>
              <p:nvPr/>
            </p:nvGrpSpPr>
            <p:grpSpPr>
              <a:xfrm>
                <a:off x="15326" y="6029"/>
                <a:ext cx="1009" cy="955"/>
                <a:chOff x="8538" y="1993"/>
                <a:chExt cx="1170" cy="1220"/>
              </a:xfrm>
            </p:grpSpPr>
            <p:pic>
              <p:nvPicPr>
                <p:cNvPr id="203" name="图片 202" descr="/Users/suleynan_suir/Library/Containers/com.kingsoft.wpsoffice.mac/Data/tmp/photoeditapp/20260315235532/temp.pngtemp"/>
                <p:cNvPicPr>
                  <a:picLocks noChangeAspect="1"/>
                </p:cNvPicPr>
                <p:nvPr>
                  <p:custDataLst>
                    <p:tags r:id="rId141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38" y="1993"/>
                  <a:ext cx="1170" cy="1220"/>
                </a:xfrm>
                <a:prstGeom prst="rect">
                  <a:avLst/>
                </a:prstGeom>
              </p:spPr>
            </p:pic>
            <p:pic>
              <p:nvPicPr>
                <p:cNvPr id="204" name="图片 203"/>
                <p:cNvPicPr>
                  <a:picLocks noChangeAspect="1"/>
                </p:cNvPicPr>
                <p:nvPr>
                  <p:custDataLst>
                    <p:tags r:id="rId142"/>
                  </p:custDataLst>
                </p:nvPr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8" y="2458"/>
                  <a:ext cx="670" cy="670"/>
                </a:xfrm>
                <a:prstGeom prst="rect">
                  <a:avLst/>
                </a:prstGeom>
              </p:spPr>
            </p:pic>
          </p:grpSp>
          <p:cxnSp>
            <p:nvCxnSpPr>
              <p:cNvPr id="206" name="肘形连接符 205"/>
              <p:cNvCxnSpPr>
                <a:stCxn id="190" idx="3"/>
                <a:endCxn id="201" idx="0"/>
              </p:cNvCxnSpPr>
              <p:nvPr>
                <p:custDataLst>
                  <p:tags r:id="rId143"/>
                </p:custDataLst>
              </p:nvPr>
            </p:nvCxnSpPr>
            <p:spPr>
              <a:xfrm flipH="1">
                <a:off x="14516" y="848"/>
                <a:ext cx="4434" cy="1197"/>
              </a:xfrm>
              <a:prstGeom prst="bentConnector4">
                <a:avLst>
                  <a:gd name="adj1" fmla="val -8457"/>
                  <a:gd name="adj2" fmla="val 73505"/>
                </a:avLst>
              </a:prstGeom>
              <a:ln w="254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07" name="文本框 206"/>
              <p:cNvSpPr txBox="1"/>
              <p:nvPr>
                <p:custDataLst>
                  <p:tags r:id="rId144"/>
                </p:custDataLst>
              </p:nvPr>
            </p:nvSpPr>
            <p:spPr>
              <a:xfrm>
                <a:off x="16233" y="1761"/>
                <a:ext cx="2438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Structured Summary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217" name="组合 216"/>
              <p:cNvGrpSpPr/>
              <p:nvPr/>
            </p:nvGrpSpPr>
            <p:grpSpPr>
              <a:xfrm>
                <a:off x="15366" y="2179"/>
                <a:ext cx="2122" cy="1480"/>
                <a:chOff x="17241" y="2062"/>
                <a:chExt cx="2122" cy="1480"/>
              </a:xfrm>
            </p:grpSpPr>
            <p:pic>
              <p:nvPicPr>
                <p:cNvPr id="210" name="图片 209" descr="/Users/suleynan_suir/Library/Containers/com.kingsoft.wpsoffice.mac/Data/tmp/photoeditapp/20260316093543/temp.pngtemp"/>
                <p:cNvPicPr>
                  <a:picLocks noChangeAspect="1"/>
                </p:cNvPicPr>
                <p:nvPr>
                  <p:custDataLst>
                    <p:tags r:id="rId145"/>
                  </p:custDataLst>
                </p:nvPr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7241" y="2062"/>
                  <a:ext cx="2122" cy="1114"/>
                </a:xfrm>
                <a:prstGeom prst="rect">
                  <a:avLst/>
                </a:prstGeom>
              </p:spPr>
            </p:pic>
            <p:sp>
              <p:nvSpPr>
                <p:cNvPr id="211" name="文本框 210"/>
                <p:cNvSpPr txBox="1"/>
                <p:nvPr>
                  <p:custDataLst>
                    <p:tags r:id="rId147"/>
                  </p:custDataLst>
                </p:nvPr>
              </p:nvSpPr>
              <p:spPr>
                <a:xfrm>
                  <a:off x="17275" y="2988"/>
                  <a:ext cx="2079" cy="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 sz="1200">
                      <a:latin typeface="Times New Roman Regular" panose="02020603050405020304" charset="0"/>
                      <a:cs typeface="Times New Roman Regular" panose="02020603050405020304" charset="0"/>
                    </a:rPr>
                    <a:t>LLMs Graph Generator</a:t>
                  </a:r>
                  <a:endParaRPr lang="en-US" altLang="zh-CN" sz="1200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grpSp>
            <p:nvGrpSpPr>
              <p:cNvPr id="218" name="组合 217"/>
              <p:cNvGrpSpPr/>
              <p:nvPr/>
            </p:nvGrpSpPr>
            <p:grpSpPr>
              <a:xfrm>
                <a:off x="13361" y="3941"/>
                <a:ext cx="1787" cy="1440"/>
                <a:chOff x="14726" y="4998"/>
                <a:chExt cx="2563" cy="2239"/>
              </a:xfrm>
            </p:grpSpPr>
            <p:pic>
              <p:nvPicPr>
                <p:cNvPr id="209" name="图片 208" descr="/Users/suleynan_suir/Library/Containers/com.kingsoft.wpsoffice.mac/Data/tmp/photoeditapp/20260316093343/temp.pngtemp"/>
                <p:cNvPicPr>
                  <a:picLocks noChangeAspect="1"/>
                </p:cNvPicPr>
                <p:nvPr>
                  <p:custDataLst>
                    <p:tags r:id="rId148"/>
                  </p:custDataLst>
                </p:nvPr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4726" y="4998"/>
                  <a:ext cx="2563" cy="1777"/>
                </a:xfrm>
                <a:prstGeom prst="rect">
                  <a:avLst/>
                </a:prstGeom>
                <a:ln w="12700" cmpd="sng">
                  <a:solidFill>
                    <a:schemeClr val="accent1">
                      <a:shade val="50000"/>
                    </a:schemeClr>
                  </a:solidFill>
                  <a:prstDash val="sysDash"/>
                </a:ln>
              </p:spPr>
            </p:pic>
            <p:sp>
              <p:nvSpPr>
                <p:cNvPr id="212" name="文本框 211"/>
                <p:cNvSpPr txBox="1"/>
                <p:nvPr>
                  <p:custDataLst>
                    <p:tags r:id="rId150"/>
                  </p:custDataLst>
                </p:nvPr>
              </p:nvSpPr>
              <p:spPr>
                <a:xfrm>
                  <a:off x="14998" y="6683"/>
                  <a:ext cx="2079" cy="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 sz="1200">
                      <a:latin typeface="Times New Roman Regular" panose="02020603050405020304" charset="0"/>
                      <a:cs typeface="Times New Roman Regular" panose="02020603050405020304" charset="0"/>
                    </a:rPr>
                    <a:t>Embedding</a:t>
                  </a:r>
                  <a:endParaRPr lang="en-US" altLang="zh-CN" sz="1200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pic>
            <p:nvPicPr>
              <p:cNvPr id="213" name="图片 212" descr="/Users/suleynan_suir/Library/Containers/com.kingsoft.wpsoffice.mac/Data/tmp/photoeditapp/20260316093828/temp.pngtemp"/>
              <p:cNvPicPr>
                <a:picLocks noChangeAspect="1"/>
              </p:cNvPicPr>
              <p:nvPr>
                <p:custDataLst>
                  <p:tags r:id="rId151"/>
                </p:custDataLst>
              </p:nvPr>
            </p:nvPicPr>
            <p:blipFill>
              <a:blip r:embed="rId152"/>
              <a:stretch>
                <a:fillRect/>
              </a:stretch>
            </p:blipFill>
            <p:spPr>
              <a:xfrm>
                <a:off x="12061" y="2115"/>
                <a:ext cx="1126" cy="1126"/>
              </a:xfrm>
              <a:prstGeom prst="rect">
                <a:avLst/>
              </a:prstGeom>
            </p:spPr>
          </p:pic>
          <p:sp>
            <p:nvSpPr>
              <p:cNvPr id="214" name="文本框 213"/>
              <p:cNvSpPr txBox="1"/>
              <p:nvPr>
                <p:custDataLst>
                  <p:tags r:id="rId153"/>
                </p:custDataLst>
              </p:nvPr>
            </p:nvSpPr>
            <p:spPr>
              <a:xfrm>
                <a:off x="11833" y="3176"/>
                <a:ext cx="1224" cy="4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  <a:sym typeface="+mn-ea"/>
                  </a:rPr>
                  <a:t>Raw Query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  <a:sym typeface="+mn-ea"/>
                </a:endParaRPr>
              </a:p>
            </p:txBody>
          </p:sp>
          <p:cxnSp>
            <p:nvCxnSpPr>
              <p:cNvPr id="216" name="直接箭头连接符 215"/>
              <p:cNvCxnSpPr/>
              <p:nvPr>
                <p:custDataLst>
                  <p:tags r:id="rId154"/>
                </p:custDataLst>
              </p:nvPr>
            </p:nvCxnSpPr>
            <p:spPr>
              <a:xfrm>
                <a:off x="12764" y="2813"/>
                <a:ext cx="594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9" name="直接箭头连接符 218"/>
              <p:cNvCxnSpPr/>
              <p:nvPr>
                <p:custDataLst>
                  <p:tags r:id="rId155"/>
                </p:custDataLst>
              </p:nvPr>
            </p:nvCxnSpPr>
            <p:spPr>
              <a:xfrm>
                <a:off x="14214" y="3310"/>
                <a:ext cx="0" cy="533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0" name="肘形连接符 219"/>
              <p:cNvCxnSpPr>
                <a:endCxn id="209" idx="1"/>
              </p:cNvCxnSpPr>
              <p:nvPr>
                <p:custDataLst>
                  <p:tags r:id="rId156"/>
                </p:custDataLst>
              </p:nvPr>
            </p:nvCxnSpPr>
            <p:spPr>
              <a:xfrm>
                <a:off x="12454" y="3951"/>
                <a:ext cx="907" cy="562"/>
              </a:xfrm>
              <a:prstGeom prst="bentConnector3">
                <a:avLst>
                  <a:gd name="adj1" fmla="val 1764"/>
                </a:avLst>
              </a:prstGeom>
              <a:ln w="254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1" name="直接箭头连接符 220"/>
              <p:cNvCxnSpPr/>
              <p:nvPr>
                <p:custDataLst>
                  <p:tags r:id="rId157"/>
                </p:custDataLst>
              </p:nvPr>
            </p:nvCxnSpPr>
            <p:spPr>
              <a:xfrm>
                <a:off x="15365" y="2813"/>
                <a:ext cx="594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2" name="组合 231"/>
              <p:cNvGrpSpPr/>
              <p:nvPr/>
            </p:nvGrpSpPr>
            <p:grpSpPr>
              <a:xfrm>
                <a:off x="17400" y="2443"/>
                <a:ext cx="2078" cy="1216"/>
                <a:chOff x="17533" y="2443"/>
                <a:chExt cx="2078" cy="1216"/>
              </a:xfrm>
            </p:grpSpPr>
            <p:grpSp>
              <p:nvGrpSpPr>
                <p:cNvPr id="229" name="组合 228"/>
                <p:cNvGrpSpPr/>
                <p:nvPr/>
              </p:nvGrpSpPr>
              <p:grpSpPr>
                <a:xfrm>
                  <a:off x="17861" y="2443"/>
                  <a:ext cx="1388" cy="606"/>
                  <a:chOff x="17562" y="2546"/>
                  <a:chExt cx="2035" cy="908"/>
                </a:xfrm>
              </p:grpSpPr>
              <p:pic>
                <p:nvPicPr>
                  <p:cNvPr id="224" name="图片 223" descr="/Users/suleynan_suir/Library/Containers/com.kingsoft.wpsoffice.mac/Data/tmp/photoeditapp/20260316094803/temp.pngtemp"/>
                  <p:cNvPicPr>
                    <a:picLocks noChangeAspect="1"/>
                  </p:cNvPicPr>
                  <p:nvPr>
                    <p:custDataLst>
                      <p:tags r:id="rId158"/>
                    </p:custDataLst>
                  </p:nvPr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 rot="1380000">
                    <a:off x="17562" y="2546"/>
                    <a:ext cx="851" cy="851"/>
                  </a:xfrm>
                  <a:prstGeom prst="rect">
                    <a:avLst/>
                  </a:prstGeom>
                </p:spPr>
              </p:pic>
              <p:pic>
                <p:nvPicPr>
                  <p:cNvPr id="226" name="图片 225" descr="/Users/suleynan_suir/Library/Containers/com.kingsoft.wpsoffice.mac/Data/tmp/photoeditapp/20260316094901/temp.pngtemp"/>
                  <p:cNvPicPr>
                    <a:picLocks noChangeAspect="1"/>
                  </p:cNvPicPr>
                  <p:nvPr>
                    <p:custDataLst>
                      <p:tags r:id="rId160"/>
                    </p:custDataLst>
                  </p:nvPr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18729" y="2586"/>
                    <a:ext cx="868" cy="86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27" name="文本框 226"/>
                <p:cNvSpPr txBox="1"/>
                <p:nvPr>
                  <p:custDataLst>
                    <p:tags r:id="rId162"/>
                  </p:custDataLst>
                </p:nvPr>
              </p:nvSpPr>
              <p:spPr>
                <a:xfrm>
                  <a:off x="17533" y="3105"/>
                  <a:ext cx="2079" cy="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 sz="1200">
                      <a:latin typeface="Times New Roman Regular" panose="02020603050405020304" charset="0"/>
                      <a:cs typeface="Times New Roman Regular" panose="02020603050405020304" charset="0"/>
                    </a:rPr>
                    <a:t>Entity and Relationship </a:t>
                  </a:r>
                  <a:endParaRPr lang="en-US" altLang="zh-CN" sz="1200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cxnSp>
            <p:nvCxnSpPr>
              <p:cNvPr id="231" name="直接箭头连接符 230"/>
              <p:cNvCxnSpPr/>
              <p:nvPr>
                <p:custDataLst>
                  <p:tags r:id="rId163"/>
                </p:custDataLst>
              </p:nvPr>
            </p:nvCxnSpPr>
            <p:spPr>
              <a:xfrm>
                <a:off x="16909" y="2813"/>
                <a:ext cx="594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34" name="文本框 233"/>
              <p:cNvSpPr txBox="1"/>
              <p:nvPr>
                <p:custDataLst>
                  <p:tags r:id="rId164"/>
                </p:custDataLst>
              </p:nvPr>
            </p:nvSpPr>
            <p:spPr>
              <a:xfrm>
                <a:off x="16442" y="5021"/>
                <a:ext cx="2079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Graph Database</a:t>
                </a:r>
                <a:endParaRPr lang="en-US" altLang="zh-CN" sz="12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238" name="组合 237"/>
              <p:cNvGrpSpPr/>
              <p:nvPr/>
            </p:nvGrpSpPr>
            <p:grpSpPr>
              <a:xfrm>
                <a:off x="16301" y="4058"/>
                <a:ext cx="2350" cy="980"/>
                <a:chOff x="16419" y="4058"/>
                <a:chExt cx="2350" cy="980"/>
              </a:xfrm>
            </p:grpSpPr>
            <p:pic>
              <p:nvPicPr>
                <p:cNvPr id="233" name="图片 232"/>
                <p:cNvPicPr>
                  <a:picLocks noChangeAspect="1"/>
                </p:cNvPicPr>
                <p:nvPr>
                  <p:custDataLst>
                    <p:tags r:id="rId165"/>
                  </p:custDataLst>
                </p:nvPr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419" y="4058"/>
                  <a:ext cx="981" cy="981"/>
                </a:xfrm>
                <a:prstGeom prst="rect">
                  <a:avLst/>
                </a:prstGeom>
              </p:spPr>
            </p:pic>
            <p:pic>
              <p:nvPicPr>
                <p:cNvPr id="235" name="图片 234"/>
                <p:cNvPicPr>
                  <a:picLocks noChangeAspect="1"/>
                </p:cNvPicPr>
                <p:nvPr>
                  <p:custDataLst>
                    <p:tags r:id="rId167"/>
                  </p:custDataLst>
                </p:nvPr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7795" y="4058"/>
                  <a:ext cx="974" cy="920"/>
                </a:xfrm>
                <a:prstGeom prst="rect">
                  <a:avLst/>
                </a:prstGeom>
              </p:spPr>
            </p:pic>
            <p:pic>
              <p:nvPicPr>
                <p:cNvPr id="236" name="图片 235" descr="/Users/suleynan_suir/Library/Containers/com.kingsoft.wpsoffice.mac/Data/tmp/photoeditapp/20260316010832/temp.pngtemp"/>
                <p:cNvPicPr>
                  <a:picLocks noChangeAspect="1"/>
                </p:cNvPicPr>
                <p:nvPr>
                  <p:custDataLst>
                    <p:tags r:id="rId169"/>
                  </p:custDataLst>
                </p:nvPr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365" y="4382"/>
                  <a:ext cx="392" cy="392"/>
                </a:xfrm>
                <a:prstGeom prst="rect">
                  <a:avLst/>
                </a:prstGeom>
              </p:spPr>
            </p:pic>
          </p:grpSp>
          <p:sp>
            <p:nvSpPr>
              <p:cNvPr id="237" name="文本框 236"/>
              <p:cNvSpPr txBox="1"/>
              <p:nvPr>
                <p:custDataLst>
                  <p:tags r:id="rId170"/>
                </p:custDataLst>
              </p:nvPr>
            </p:nvSpPr>
            <p:spPr>
              <a:xfrm>
                <a:off x="18437" y="4594"/>
                <a:ext cx="1775" cy="42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PuppyGraph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239" name="肘形连接符 238"/>
              <p:cNvCxnSpPr/>
              <p:nvPr>
                <p:custDataLst>
                  <p:tags r:id="rId171"/>
                </p:custDataLst>
              </p:nvPr>
            </p:nvCxnSpPr>
            <p:spPr>
              <a:xfrm flipH="1">
                <a:off x="19071" y="2759"/>
                <a:ext cx="147" cy="1758"/>
              </a:xfrm>
              <a:prstGeom prst="bentConnector4">
                <a:avLst>
                  <a:gd name="adj1" fmla="val -255102"/>
                  <a:gd name="adj2" fmla="val 100227"/>
                </a:avLst>
              </a:prstGeom>
              <a:ln w="254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0" name="直接箭头连接符 239"/>
              <p:cNvCxnSpPr/>
              <p:nvPr>
                <p:custDataLst>
                  <p:tags r:id="rId172"/>
                </p:custDataLst>
              </p:nvPr>
            </p:nvCxnSpPr>
            <p:spPr>
              <a:xfrm>
                <a:off x="15267" y="4513"/>
                <a:ext cx="919" cy="1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1" name="文本框 240"/>
              <p:cNvSpPr txBox="1"/>
              <p:nvPr>
                <p:custDataLst>
                  <p:tags r:id="rId173"/>
                </p:custDataLst>
              </p:nvPr>
            </p:nvSpPr>
            <p:spPr>
              <a:xfrm>
                <a:off x="14811" y="4055"/>
                <a:ext cx="1719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Graph 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Traversal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253" name="组合 252"/>
              <p:cNvGrpSpPr/>
              <p:nvPr/>
            </p:nvGrpSpPr>
            <p:grpSpPr>
              <a:xfrm>
                <a:off x="17100" y="6096"/>
                <a:ext cx="2793" cy="1231"/>
                <a:chOff x="16031" y="5756"/>
                <a:chExt cx="2793" cy="1231"/>
              </a:xfrm>
            </p:grpSpPr>
            <p:sp>
              <p:nvSpPr>
                <p:cNvPr id="252" name="圆角矩形 251"/>
                <p:cNvSpPr/>
                <p:nvPr>
                  <p:custDataLst>
                    <p:tags r:id="rId174"/>
                  </p:custDataLst>
                </p:nvPr>
              </p:nvSpPr>
              <p:spPr>
                <a:xfrm>
                  <a:off x="16031" y="5756"/>
                  <a:ext cx="2793" cy="1231"/>
                </a:xfrm>
                <a:prstGeom prst="roundRect">
                  <a:avLst>
                    <a:gd name="adj" fmla="val 25264"/>
                  </a:avLst>
                </a:prstGeom>
                <a:solidFill>
                  <a:schemeClr val="accent4">
                    <a:lumMod val="40000"/>
                    <a:lumOff val="60000"/>
                    <a:alpha val="30000"/>
                  </a:schemeClr>
                </a:solidFill>
                <a:ln w="12700" cmpd="sng">
                  <a:solidFill>
                    <a:schemeClr val="accent1">
                      <a:shade val="50000"/>
                      <a:alpha val="48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grpSp>
              <p:nvGrpSpPr>
                <p:cNvPr id="251" name="组合 250"/>
                <p:cNvGrpSpPr/>
                <p:nvPr/>
              </p:nvGrpSpPr>
              <p:grpSpPr>
                <a:xfrm>
                  <a:off x="16031" y="5888"/>
                  <a:ext cx="2783" cy="922"/>
                  <a:chOff x="13917" y="6630"/>
                  <a:chExt cx="3875" cy="1329"/>
                </a:xfrm>
              </p:grpSpPr>
              <p:grpSp>
                <p:nvGrpSpPr>
                  <p:cNvPr id="246" name="组合 245"/>
                  <p:cNvGrpSpPr/>
                  <p:nvPr/>
                </p:nvGrpSpPr>
                <p:grpSpPr>
                  <a:xfrm>
                    <a:off x="14271" y="6630"/>
                    <a:ext cx="981" cy="1034"/>
                    <a:chOff x="14071" y="6630"/>
                    <a:chExt cx="1294" cy="1294"/>
                  </a:xfrm>
                </p:grpSpPr>
                <p:pic>
                  <p:nvPicPr>
                    <p:cNvPr id="242" name="图片 241"/>
                    <p:cNvPicPr>
                      <a:picLocks noChangeAspect="1"/>
                    </p:cNvPicPr>
                    <p:nvPr>
                      <p:custDataLst>
                        <p:tags r:id="rId175"/>
                      </p:custDataLst>
                    </p:nvPr>
                  </p:nvPicPr>
                  <p:blipFill>
                    <a:blip r:embed="rId176"/>
                    <a:stretch>
                      <a:fillRect/>
                    </a:stretch>
                  </p:blipFill>
                  <p:spPr>
                    <a:xfrm>
                      <a:off x="14071" y="6630"/>
                      <a:ext cx="894" cy="8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43" name="图片 242"/>
                    <p:cNvPicPr>
                      <a:picLocks noChangeAspect="1"/>
                    </p:cNvPicPr>
                    <p:nvPr>
                      <p:custDataLst>
                        <p:tags r:id="rId177"/>
                      </p:custDataLst>
                    </p:nvPr>
                  </p:nvPicPr>
                  <p:blipFill>
                    <a:blip r:embed="rId176"/>
                    <a:stretch>
                      <a:fillRect/>
                    </a:stretch>
                  </p:blipFill>
                  <p:spPr>
                    <a:xfrm>
                      <a:off x="14271" y="6830"/>
                      <a:ext cx="894" cy="8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44" name="图片 243"/>
                    <p:cNvPicPr>
                      <a:picLocks noChangeAspect="1"/>
                    </p:cNvPicPr>
                    <p:nvPr>
                      <p:custDataLst>
                        <p:tags r:id="rId178"/>
                      </p:custDataLst>
                    </p:nvPr>
                  </p:nvPicPr>
                  <p:blipFill>
                    <a:blip r:embed="rId176"/>
                    <a:stretch>
                      <a:fillRect/>
                    </a:stretch>
                  </p:blipFill>
                  <p:spPr>
                    <a:xfrm>
                      <a:off x="14471" y="7030"/>
                      <a:ext cx="894" cy="894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45" name="图片 244" descr="/Users/suleynan_suir/Library/Containers/com.kingsoft.wpsoffice.mac/Data/tmp/photoeditapp/20260316094901/temp.pngtemp"/>
                  <p:cNvPicPr>
                    <a:picLocks noChangeAspect="1"/>
                  </p:cNvPicPr>
                  <p:nvPr>
                    <p:custDataLst>
                      <p:tags r:id="rId179"/>
                    </p:custDataLst>
                  </p:nvPr>
                </p:nvPicPr>
                <p:blipFill>
                  <a:blip r:embed="rId161"/>
                  <a:stretch>
                    <a:fillRect/>
                  </a:stretch>
                </p:blipFill>
                <p:spPr>
                  <a:xfrm>
                    <a:off x="15523" y="6710"/>
                    <a:ext cx="854" cy="836"/>
                  </a:xfrm>
                  <a:prstGeom prst="rect">
                    <a:avLst/>
                  </a:prstGeom>
                </p:spPr>
              </p:pic>
              <p:pic>
                <p:nvPicPr>
                  <p:cNvPr id="247" name="图片 246" descr="/Users/suleynan_suir/Library/Containers/com.kingsoft.wpsoffice.mac/Data/tmp/photoeditapp/20260316093828/temp.pngtemp"/>
                  <p:cNvPicPr>
                    <a:picLocks noChangeAspect="1"/>
                  </p:cNvPicPr>
                  <p:nvPr>
                    <p:custDataLst>
                      <p:tags r:id="rId180"/>
                    </p:custDataLst>
                  </p:nvPr>
                </p:nvPicPr>
                <p:blipFill>
                  <a:blip r:embed="rId152"/>
                  <a:stretch>
                    <a:fillRect/>
                  </a:stretch>
                </p:blipFill>
                <p:spPr>
                  <a:xfrm>
                    <a:off x="16764" y="6656"/>
                    <a:ext cx="974" cy="974"/>
                  </a:xfrm>
                  <a:prstGeom prst="rect">
                    <a:avLst/>
                  </a:prstGeom>
                </p:spPr>
              </p:pic>
              <p:sp>
                <p:nvSpPr>
                  <p:cNvPr id="248" name="文本框 247"/>
                  <p:cNvSpPr txBox="1"/>
                  <p:nvPr>
                    <p:custDataLst>
                      <p:tags r:id="rId181"/>
                    </p:custDataLst>
                  </p:nvPr>
                </p:nvSpPr>
                <p:spPr>
                  <a:xfrm>
                    <a:off x="13917" y="7597"/>
                    <a:ext cx="1450" cy="3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Context</a:t>
                    </a:r>
                    <a:endParaRPr lang="en-US" altLang="zh-CN" sz="1000"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sp>
                <p:nvSpPr>
                  <p:cNvPr id="249" name="文本框 248"/>
                  <p:cNvSpPr txBox="1"/>
                  <p:nvPr>
                    <p:custDataLst>
                      <p:tags r:id="rId182"/>
                    </p:custDataLst>
                  </p:nvPr>
                </p:nvSpPr>
                <p:spPr>
                  <a:xfrm>
                    <a:off x="15095" y="7597"/>
                    <a:ext cx="1792" cy="3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ER-Pairs</a:t>
                    </a:r>
                    <a:endParaRPr lang="en-US" altLang="zh-CN" sz="1000"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sp>
                <p:nvSpPr>
                  <p:cNvPr id="250" name="文本框 249"/>
                  <p:cNvSpPr txBox="1"/>
                  <p:nvPr>
                    <p:custDataLst>
                      <p:tags r:id="rId183"/>
                    </p:custDataLst>
                  </p:nvPr>
                </p:nvSpPr>
                <p:spPr>
                  <a:xfrm>
                    <a:off x="16493" y="7597"/>
                    <a:ext cx="1299" cy="3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Query</a:t>
                    </a:r>
                    <a:endParaRPr lang="en-US" altLang="zh-CN" sz="1000"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</p:grpSp>
          </p:grpSp>
          <p:sp>
            <p:nvSpPr>
              <p:cNvPr id="255" name="文本框 254"/>
              <p:cNvSpPr txBox="1"/>
              <p:nvPr>
                <p:custDataLst>
                  <p:tags r:id="rId184"/>
                </p:custDataLst>
              </p:nvPr>
            </p:nvSpPr>
            <p:spPr>
              <a:xfrm>
                <a:off x="18425" y="5585"/>
                <a:ext cx="1719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Similar Content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256" name="肘形连接符 255"/>
              <p:cNvCxnSpPr>
                <a:stCxn id="234" idx="2"/>
                <a:endCxn id="252" idx="0"/>
              </p:cNvCxnSpPr>
              <p:nvPr>
                <p:custDataLst>
                  <p:tags r:id="rId185"/>
                </p:custDataLst>
              </p:nvPr>
            </p:nvCxnSpPr>
            <p:spPr>
              <a:xfrm rot="5400000" flipV="1">
                <a:off x="17669" y="5268"/>
                <a:ext cx="641" cy="1015"/>
              </a:xfrm>
              <a:prstGeom prst="bentConnector3">
                <a:avLst>
                  <a:gd name="adj1" fmla="val 50055"/>
                </a:avLst>
              </a:prstGeom>
              <a:ln w="254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7" name="直接箭头连接符 256"/>
              <p:cNvCxnSpPr/>
              <p:nvPr>
                <p:custDataLst>
                  <p:tags r:id="rId186"/>
                </p:custDataLst>
              </p:nvPr>
            </p:nvCxnSpPr>
            <p:spPr>
              <a:xfrm flipH="1">
                <a:off x="16229" y="6724"/>
                <a:ext cx="778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8" name="文本框 257"/>
              <p:cNvSpPr txBox="1"/>
              <p:nvPr>
                <p:custDataLst>
                  <p:tags r:id="rId187"/>
                </p:custDataLst>
              </p:nvPr>
            </p:nvSpPr>
            <p:spPr>
              <a:xfrm>
                <a:off x="16140" y="6174"/>
                <a:ext cx="1087" cy="4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prompt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259" name="文本框 258"/>
              <p:cNvSpPr txBox="1"/>
              <p:nvPr>
                <p:custDataLst>
                  <p:tags r:id="rId188"/>
                </p:custDataLst>
              </p:nvPr>
            </p:nvSpPr>
            <p:spPr>
              <a:xfrm>
                <a:off x="14585" y="6936"/>
                <a:ext cx="281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 b="1">
                    <a:latin typeface="Times New Roman Regular" panose="02020603050405020304" charset="0"/>
                    <a:cs typeface="Times New Roman Regular" panose="02020603050405020304" charset="0"/>
                  </a:rPr>
                  <a:t>Fine-tuned LLMs</a:t>
                </a:r>
                <a:endParaRPr lang="en-US" altLang="zh-CN" sz="12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260" name="肘形连接符 259"/>
              <p:cNvCxnSpPr>
                <a:stCxn id="35" idx="2"/>
                <a:endCxn id="203" idx="0"/>
              </p:cNvCxnSpPr>
              <p:nvPr>
                <p:custDataLst>
                  <p:tags r:id="rId189"/>
                </p:custDataLst>
              </p:nvPr>
            </p:nvCxnSpPr>
            <p:spPr>
              <a:xfrm rot="5400000" flipV="1">
                <a:off x="12720" y="2918"/>
                <a:ext cx="1487" cy="4736"/>
              </a:xfrm>
              <a:prstGeom prst="bentConnector3">
                <a:avLst>
                  <a:gd name="adj1" fmla="val 62273"/>
                </a:avLst>
              </a:prstGeom>
              <a:ln w="25400" cmpd="sng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64" name="图片 263" descr="/Users/suleynan_suir/Library/Containers/com.kingsoft.wpsoffice.mac/Data/tmp/photoeditapp/20260316102332/temp.pngtemp"/>
              <p:cNvPicPr>
                <a:picLocks noChangeAspect="1"/>
              </p:cNvPicPr>
              <p:nvPr>
                <p:custDataLst>
                  <p:tags r:id="rId190"/>
                </p:custDataLst>
              </p:nvPr>
            </p:nvPicPr>
            <p:blipFill>
              <a:blip r:embed="rId191"/>
              <a:stretch>
                <a:fillRect/>
              </a:stretch>
            </p:blipFill>
            <p:spPr>
              <a:xfrm>
                <a:off x="5880" y="328"/>
                <a:ext cx="3253" cy="845"/>
              </a:xfrm>
              <a:prstGeom prst="rect">
                <a:avLst/>
              </a:prstGeom>
            </p:spPr>
          </p:pic>
          <p:grpSp>
            <p:nvGrpSpPr>
              <p:cNvPr id="272" name="组合 271"/>
              <p:cNvGrpSpPr/>
              <p:nvPr/>
            </p:nvGrpSpPr>
            <p:grpSpPr>
              <a:xfrm>
                <a:off x="12056" y="5987"/>
                <a:ext cx="2741" cy="2862"/>
                <a:chOff x="12056" y="5987"/>
                <a:chExt cx="2741" cy="2862"/>
              </a:xfrm>
            </p:grpSpPr>
            <p:pic>
              <p:nvPicPr>
                <p:cNvPr id="265" name="图片 264" descr="/Users/suleynan_suir/Library/Containers/com.kingsoft.wpsoffice.mac/Data/tmp/photoeditapp/20260316102441/temp.pngtemp"/>
                <p:cNvPicPr>
                  <a:picLocks noChangeAspect="1"/>
                </p:cNvPicPr>
                <p:nvPr>
                  <p:custDataLst>
                    <p:tags r:id="rId192"/>
                  </p:custDataLst>
                </p:nvPr>
              </p:nvPicPr>
              <p:blipFill>
                <a:blip r:embed="rId193">
                  <a:alphaModFix amt="59000"/>
                </a:blip>
                <a:stretch>
                  <a:fillRect/>
                </a:stretch>
              </p:blipFill>
              <p:spPr>
                <a:xfrm>
                  <a:off x="13070" y="5987"/>
                  <a:ext cx="1719" cy="1719"/>
                </a:xfrm>
                <a:prstGeom prst="rect">
                  <a:avLst/>
                </a:prstGeom>
                <a:ln w="12700" cmpd="sng">
                  <a:solidFill>
                    <a:schemeClr val="accent1">
                      <a:shade val="50000"/>
                      <a:alpha val="57000"/>
                    </a:schemeClr>
                  </a:solidFill>
                  <a:prstDash val="sysDot"/>
                </a:ln>
              </p:spPr>
            </p:pic>
            <p:pic>
              <p:nvPicPr>
                <p:cNvPr id="268" name="图片 267" descr="/Users/suleynan_suir/Library/Containers/com.kingsoft.wpsoffice.mac/Data/tmp/photoeditapp/20260316102441/temp.pngtemp"/>
                <p:cNvPicPr>
                  <a:picLocks noChangeAspect="1"/>
                </p:cNvPicPr>
                <p:nvPr>
                  <p:custDataLst>
                    <p:tags r:id="rId194"/>
                  </p:custDataLst>
                </p:nvPr>
              </p:nvPicPr>
              <p:blipFill>
                <a:blip r:embed="rId193">
                  <a:alphaModFix amt="32000"/>
                </a:blip>
                <a:stretch>
                  <a:fillRect/>
                </a:stretch>
              </p:blipFill>
              <p:spPr>
                <a:xfrm>
                  <a:off x="12588" y="6526"/>
                  <a:ext cx="1715" cy="1715"/>
                </a:xfrm>
                <a:prstGeom prst="rect">
                  <a:avLst/>
                </a:prstGeom>
                <a:ln w="12700" cmpd="sng">
                  <a:solidFill>
                    <a:schemeClr val="accent1">
                      <a:shade val="50000"/>
                      <a:alpha val="57000"/>
                    </a:schemeClr>
                  </a:solidFill>
                  <a:prstDash val="sysDot"/>
                </a:ln>
              </p:spPr>
            </p:pic>
            <p:pic>
              <p:nvPicPr>
                <p:cNvPr id="269" name="图片 268" descr="/Users/suleynan_suir/Library/Containers/com.kingsoft.wpsoffice.mac/Data/tmp/photoeditapp/20260316102441/temp.pngtemp"/>
                <p:cNvPicPr>
                  <a:picLocks noChangeAspect="1"/>
                </p:cNvPicPr>
                <p:nvPr>
                  <p:custDataLst>
                    <p:tags r:id="rId195"/>
                  </p:custDataLst>
                </p:nvPr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070" y="7130"/>
                  <a:ext cx="1719" cy="1719"/>
                </a:xfrm>
                <a:prstGeom prst="rect">
                  <a:avLst/>
                </a:prstGeom>
                <a:ln w="12700" cmpd="sng">
                  <a:solidFill>
                    <a:schemeClr val="accent1">
                      <a:shade val="50000"/>
                      <a:alpha val="57000"/>
                    </a:schemeClr>
                  </a:solidFill>
                  <a:prstDash val="sysDot"/>
                </a:ln>
              </p:spPr>
            </p:pic>
            <p:sp>
              <p:nvSpPr>
                <p:cNvPr id="270" name="立方体 269"/>
                <p:cNvSpPr/>
                <p:nvPr/>
              </p:nvSpPr>
              <p:spPr>
                <a:xfrm>
                  <a:off x="12056" y="5987"/>
                  <a:ext cx="2741" cy="2852"/>
                </a:xfrm>
                <a:prstGeom prst="cube">
                  <a:avLst>
                    <a:gd name="adj" fmla="val 37903"/>
                  </a:avLst>
                </a:prstGeom>
                <a:noFill/>
                <a:ln w="12700" cmpd="sng">
                  <a:solidFill>
                    <a:schemeClr val="accent1">
                      <a:shade val="50000"/>
                      <a:alpha val="57000"/>
                    </a:schemeClr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cxnSp>
            <p:nvCxnSpPr>
              <p:cNvPr id="274" name="直接箭头连接符 273"/>
              <p:cNvCxnSpPr/>
              <p:nvPr>
                <p:custDataLst>
                  <p:tags r:id="rId196"/>
                </p:custDataLst>
              </p:nvPr>
            </p:nvCxnSpPr>
            <p:spPr>
              <a:xfrm flipH="1">
                <a:off x="15017" y="6724"/>
                <a:ext cx="358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9" name="文本框 278"/>
              <p:cNvSpPr txBox="1"/>
              <p:nvPr>
                <p:custDataLst>
                  <p:tags r:id="rId197"/>
                </p:custDataLst>
              </p:nvPr>
            </p:nvSpPr>
            <p:spPr>
              <a:xfrm>
                <a:off x="14797" y="9434"/>
                <a:ext cx="1377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>
                  <a:lnSpc>
                    <a:spcPct val="150000"/>
                  </a:lnSpc>
                </a:pPr>
                <a:endParaRPr lang="zh-CN" altLang="en-US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286" name="组合 285"/>
              <p:cNvGrpSpPr/>
              <p:nvPr/>
            </p:nvGrpSpPr>
            <p:grpSpPr>
              <a:xfrm>
                <a:off x="11990" y="9673"/>
                <a:ext cx="4278" cy="1067"/>
                <a:chOff x="11990" y="9084"/>
                <a:chExt cx="4278" cy="1067"/>
              </a:xfrm>
            </p:grpSpPr>
            <p:sp>
              <p:nvSpPr>
                <p:cNvPr id="283" name="圆角矩形 282"/>
                <p:cNvSpPr/>
                <p:nvPr>
                  <p:custDataLst>
                    <p:tags r:id="rId198"/>
                  </p:custDataLst>
                </p:nvPr>
              </p:nvSpPr>
              <p:spPr>
                <a:xfrm>
                  <a:off x="12016" y="9170"/>
                  <a:ext cx="3086" cy="981"/>
                </a:xfrm>
                <a:prstGeom prst="roundRect">
                  <a:avLst>
                    <a:gd name="adj" fmla="val 19171"/>
                  </a:avLst>
                </a:prstGeom>
                <a:solidFill>
                  <a:schemeClr val="accent5">
                    <a:lumMod val="40000"/>
                    <a:lumOff val="60000"/>
                    <a:alpha val="34000"/>
                  </a:schemeClr>
                </a:solidFill>
                <a:ln w="12700" cmpd="sng">
                  <a:solidFill>
                    <a:schemeClr val="accent1">
                      <a:shade val="50000"/>
                      <a:alpha val="48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grpSp>
              <p:nvGrpSpPr>
                <p:cNvPr id="285" name="组合 284"/>
                <p:cNvGrpSpPr/>
                <p:nvPr/>
              </p:nvGrpSpPr>
              <p:grpSpPr>
                <a:xfrm>
                  <a:off x="11990" y="9084"/>
                  <a:ext cx="4278" cy="1063"/>
                  <a:chOff x="11990" y="9084"/>
                  <a:chExt cx="4278" cy="1063"/>
                </a:xfrm>
              </p:grpSpPr>
              <p:pic>
                <p:nvPicPr>
                  <p:cNvPr id="273" name="图片 272" descr="/Users/suleynan_suir/Library/Containers/com.kingsoft.wpsoffice.mac/Data/tmp/photoeditapp/20260316103004/temp.pngtemp"/>
                  <p:cNvPicPr>
                    <a:picLocks noChangeAspect="1"/>
                  </p:cNvPicPr>
                  <p:nvPr>
                    <p:custDataLst>
                      <p:tags r:id="rId199"/>
                    </p:custDataLst>
                  </p:nvPr>
                </p:nvPicPr>
                <p:blipFill>
                  <a:blip r:embed="rId200"/>
                  <a:stretch>
                    <a:fillRect/>
                  </a:stretch>
                </p:blipFill>
                <p:spPr>
                  <a:xfrm>
                    <a:off x="11990" y="9084"/>
                    <a:ext cx="886" cy="955"/>
                  </a:xfrm>
                  <a:prstGeom prst="rect">
                    <a:avLst/>
                  </a:prstGeom>
                </p:spPr>
              </p:pic>
              <p:grpSp>
                <p:nvGrpSpPr>
                  <p:cNvPr id="282" name="组合 281"/>
                  <p:cNvGrpSpPr/>
                  <p:nvPr/>
                </p:nvGrpSpPr>
                <p:grpSpPr>
                  <a:xfrm>
                    <a:off x="13719" y="9284"/>
                    <a:ext cx="1014" cy="471"/>
                    <a:chOff x="13409" y="9284"/>
                    <a:chExt cx="1014" cy="471"/>
                  </a:xfrm>
                </p:grpSpPr>
                <p:pic>
                  <p:nvPicPr>
                    <p:cNvPr id="276" name="图片 275"/>
                    <p:cNvPicPr>
                      <a:picLocks noChangeAspect="1"/>
                    </p:cNvPicPr>
                    <p:nvPr>
                      <p:custDataLst>
                        <p:tags r:id="rId201"/>
                      </p:custDataLst>
                    </p:nvPr>
                  </p:nvPicPr>
                  <p:blipFill>
                    <a:blip r:embed="rId202"/>
                    <a:stretch>
                      <a:fillRect/>
                    </a:stretch>
                  </p:blipFill>
                  <p:spPr>
                    <a:xfrm>
                      <a:off x="13409" y="9285"/>
                      <a:ext cx="481" cy="47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77" name="图片 276"/>
                    <p:cNvPicPr>
                      <a:picLocks noChangeAspect="1"/>
                    </p:cNvPicPr>
                    <p:nvPr>
                      <p:custDataLst>
                        <p:tags r:id="rId203"/>
                      </p:custDataLst>
                    </p:nvPr>
                  </p:nvPicPr>
                  <p:blipFill>
                    <a:blip r:embed="rId204"/>
                    <a:stretch>
                      <a:fillRect/>
                    </a:stretch>
                  </p:blipFill>
                  <p:spPr>
                    <a:xfrm>
                      <a:off x="13960" y="9284"/>
                      <a:ext cx="463" cy="463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78" name="图片 277"/>
                  <p:cNvPicPr>
                    <a:picLocks noChangeAspect="1"/>
                  </p:cNvPicPr>
                  <p:nvPr>
                    <p:custDataLst>
                      <p:tags r:id="rId205"/>
                    </p:custDataLst>
                  </p:nvPr>
                </p:nvPicPr>
                <p:blipFill>
                  <a:blip r:embed="rId206"/>
                  <a:stretch>
                    <a:fillRect/>
                  </a:stretch>
                </p:blipFill>
                <p:spPr>
                  <a:xfrm>
                    <a:off x="12830" y="9198"/>
                    <a:ext cx="497" cy="579"/>
                  </a:xfrm>
                  <a:prstGeom prst="rect">
                    <a:avLst/>
                  </a:prstGeom>
                </p:spPr>
              </p:pic>
              <p:sp>
                <p:nvSpPr>
                  <p:cNvPr id="280" name="文本框 279"/>
                  <p:cNvSpPr txBox="1"/>
                  <p:nvPr>
                    <p:custDataLst>
                      <p:tags r:id="rId207"/>
                    </p:custDataLst>
                  </p:nvPr>
                </p:nvSpPr>
                <p:spPr>
                  <a:xfrm>
                    <a:off x="12254" y="9743"/>
                    <a:ext cx="1278" cy="3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l"/>
                    <a:r>
                      <a:rPr lang="en-US" altLang="zh-CN" sz="1200"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Reality</a:t>
                    </a:r>
                    <a:endParaRPr lang="en-US" altLang="zh-CN" sz="1200"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  <p:sp>
                <p:nvSpPr>
                  <p:cNvPr id="281" name="文本框 280"/>
                  <p:cNvSpPr txBox="1"/>
                  <p:nvPr>
                    <p:custDataLst>
                      <p:tags r:id="rId208"/>
                    </p:custDataLst>
                  </p:nvPr>
                </p:nvSpPr>
                <p:spPr>
                  <a:xfrm>
                    <a:off x="13346" y="9751"/>
                    <a:ext cx="2922" cy="3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l"/>
                    <a:r>
                      <a:rPr lang="en-US" altLang="zh-CN" sz="1200">
                        <a:latin typeface="Times New Roman Regular" panose="02020603050405020304" charset="0"/>
                        <a:cs typeface="Times New Roman Regular" panose="02020603050405020304" charset="0"/>
                      </a:rPr>
                      <a:t>Agents Simulate</a:t>
                    </a:r>
                    <a:endParaRPr lang="en-US" altLang="zh-CN" sz="1200">
                      <a:latin typeface="Times New Roman Regular" panose="02020603050405020304" charset="0"/>
                      <a:cs typeface="Times New Roman Regular" panose="02020603050405020304" charset="0"/>
                    </a:endParaRPr>
                  </a:p>
                </p:txBody>
              </p:sp>
            </p:grpSp>
          </p:grpSp>
          <p:cxnSp>
            <p:nvCxnSpPr>
              <p:cNvPr id="288" name="肘形连接符 287"/>
              <p:cNvCxnSpPr/>
              <p:nvPr>
                <p:custDataLst>
                  <p:tags r:id="rId209"/>
                </p:custDataLst>
              </p:nvPr>
            </p:nvCxnSpPr>
            <p:spPr>
              <a:xfrm rot="5400000">
                <a:off x="12566" y="9074"/>
                <a:ext cx="885" cy="497"/>
              </a:xfrm>
              <a:prstGeom prst="bentConnector3">
                <a:avLst>
                  <a:gd name="adj1" fmla="val 41016"/>
                </a:avLst>
              </a:prstGeom>
              <a:ln w="25400" cmpd="sng">
                <a:solidFill>
                  <a:srgbClr val="0467FF"/>
                </a:solidFill>
                <a:prstDash val="solid"/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0" name="肘形连接符 289"/>
              <p:cNvCxnSpPr/>
              <p:nvPr>
                <p:custDataLst>
                  <p:tags r:id="rId210"/>
                </p:custDataLst>
              </p:nvPr>
            </p:nvCxnSpPr>
            <p:spPr>
              <a:xfrm rot="5400000" flipV="1">
                <a:off x="12890" y="8985"/>
                <a:ext cx="838" cy="665"/>
              </a:xfrm>
              <a:prstGeom prst="bentConnector3">
                <a:avLst>
                  <a:gd name="adj1" fmla="val 59009"/>
                </a:avLst>
              </a:prstGeom>
              <a:ln w="25400" cmpd="sng">
                <a:solidFill>
                  <a:srgbClr val="00B050"/>
                </a:solidFill>
                <a:prstDash val="solid"/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91" name="文本框 290"/>
              <p:cNvSpPr txBox="1"/>
              <p:nvPr>
                <p:custDataLst>
                  <p:tags r:id="rId211"/>
                </p:custDataLst>
              </p:nvPr>
            </p:nvSpPr>
            <p:spPr>
              <a:xfrm>
                <a:off x="12013" y="9377"/>
                <a:ext cx="887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solidFill>
                      <a:srgbClr val="0467FF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Input</a:t>
                </a:r>
                <a:endParaRPr lang="en-US" altLang="zh-CN" sz="1200">
                  <a:solidFill>
                    <a:srgbClr val="0467FF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292" name="文本框 291"/>
              <p:cNvSpPr txBox="1"/>
              <p:nvPr>
                <p:custDataLst>
                  <p:tags r:id="rId212"/>
                </p:custDataLst>
              </p:nvPr>
            </p:nvSpPr>
            <p:spPr>
              <a:xfrm>
                <a:off x="13613" y="9377"/>
                <a:ext cx="1041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solidFill>
                      <a:srgbClr val="00B05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Output</a:t>
                </a:r>
                <a:endParaRPr lang="en-US" altLang="zh-CN" sz="1200">
                  <a:solidFill>
                    <a:srgbClr val="00B05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293" name="文本框 292"/>
              <p:cNvSpPr txBox="1"/>
              <p:nvPr>
                <p:custDataLst>
                  <p:tags r:id="rId213"/>
                </p:custDataLst>
              </p:nvPr>
            </p:nvSpPr>
            <p:spPr>
              <a:xfrm rot="18780000">
                <a:off x="13982" y="7826"/>
                <a:ext cx="1904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Reality Simulate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grpSp>
            <p:nvGrpSpPr>
              <p:cNvPr id="300" name="组合 299"/>
              <p:cNvGrpSpPr/>
              <p:nvPr/>
            </p:nvGrpSpPr>
            <p:grpSpPr>
              <a:xfrm>
                <a:off x="10411" y="6898"/>
                <a:ext cx="1176" cy="1718"/>
                <a:chOff x="15810" y="8097"/>
                <a:chExt cx="1176" cy="1718"/>
              </a:xfrm>
            </p:grpSpPr>
            <p:sp>
              <p:nvSpPr>
                <p:cNvPr id="298" name="圆角矩形 297"/>
                <p:cNvSpPr/>
                <p:nvPr>
                  <p:custDataLst>
                    <p:tags r:id="rId214"/>
                  </p:custDataLst>
                </p:nvPr>
              </p:nvSpPr>
              <p:spPr>
                <a:xfrm>
                  <a:off x="15810" y="8097"/>
                  <a:ext cx="1176" cy="1719"/>
                </a:xfrm>
                <a:prstGeom prst="roundRect">
                  <a:avLst>
                    <a:gd name="adj" fmla="val 3018"/>
                  </a:avLst>
                </a:prstGeom>
                <a:solidFill>
                  <a:schemeClr val="accent2">
                    <a:lumMod val="40000"/>
                    <a:lumOff val="60000"/>
                    <a:alpha val="30000"/>
                  </a:schemeClr>
                </a:solidFill>
                <a:ln w="12700" cmpd="sng">
                  <a:solidFill>
                    <a:schemeClr val="accent2">
                      <a:alpha val="6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294" name="圆角矩形 293"/>
                <p:cNvSpPr/>
                <p:nvPr>
                  <p:custDataLst>
                    <p:tags r:id="rId215"/>
                  </p:custDataLst>
                </p:nvPr>
              </p:nvSpPr>
              <p:spPr>
                <a:xfrm>
                  <a:off x="15903" y="8558"/>
                  <a:ext cx="980" cy="359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  <a:alpha val="6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800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Personal</a:t>
                  </a:r>
                  <a:endParaRPr lang="en-US" altLang="zh-CN" sz="800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  <a:p>
                  <a:pPr algn="ctr"/>
                  <a:r>
                    <a:rPr lang="en-US" altLang="zh-CN" sz="800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Known</a:t>
                  </a:r>
                  <a:endParaRPr lang="en-US" altLang="zh-CN" sz="800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295" name="圆角矩形 294"/>
                <p:cNvSpPr/>
                <p:nvPr>
                  <p:custDataLst>
                    <p:tags r:id="rId216"/>
                  </p:custDataLst>
                </p:nvPr>
              </p:nvSpPr>
              <p:spPr>
                <a:xfrm>
                  <a:off x="15903" y="8958"/>
                  <a:ext cx="980" cy="359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  <a:alpha val="6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800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Values</a:t>
                  </a:r>
                  <a:endParaRPr lang="en-US" altLang="zh-CN" sz="800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296" name="圆角矩形 295"/>
                <p:cNvSpPr/>
                <p:nvPr>
                  <p:custDataLst>
                    <p:tags r:id="rId217"/>
                  </p:custDataLst>
                </p:nvPr>
              </p:nvSpPr>
              <p:spPr>
                <a:xfrm>
                  <a:off x="15903" y="9358"/>
                  <a:ext cx="980" cy="359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  <a:alpha val="6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800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Acting</a:t>
                  </a:r>
                  <a:endParaRPr lang="en-US" altLang="zh-CN" sz="800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sp>
              <p:nvSpPr>
                <p:cNvPr id="297" name="圆角矩形 296"/>
                <p:cNvSpPr/>
                <p:nvPr>
                  <p:custDataLst>
                    <p:tags r:id="rId218"/>
                  </p:custDataLst>
                </p:nvPr>
              </p:nvSpPr>
              <p:spPr>
                <a:xfrm>
                  <a:off x="15903" y="8158"/>
                  <a:ext cx="980" cy="359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  <a:alpha val="63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800" i="1">
                      <a:solidFill>
                        <a:schemeClr val="tx1"/>
                      </a:solidFill>
                      <a:latin typeface="Times New Roman Regular" panose="02020603050405020304" charset="0"/>
                      <a:cs typeface="Times New Roman Regular" panose="02020603050405020304" charset="0"/>
                    </a:rPr>
                    <a:t>MetaDBCollect</a:t>
                  </a:r>
                  <a:endParaRPr lang="en-US" altLang="zh-CN" sz="800" i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cxnSp>
            <p:nvCxnSpPr>
              <p:cNvPr id="301" name="曲线连接符 300"/>
              <p:cNvCxnSpPr/>
              <p:nvPr/>
            </p:nvCxnSpPr>
            <p:spPr>
              <a:xfrm rot="10800000" flipV="1">
                <a:off x="11036" y="6027"/>
                <a:ext cx="1711" cy="784"/>
              </a:xfrm>
              <a:prstGeom prst="curved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ot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03" name="文本框 302"/>
              <p:cNvSpPr txBox="1"/>
              <p:nvPr/>
            </p:nvSpPr>
            <p:spPr>
              <a:xfrm rot="20400000">
                <a:off x="10978" y="5540"/>
                <a:ext cx="1798" cy="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    ×N</a:t>
                </a:r>
                <a:endParaRPr lang="en-US" altLang="zh-CN" sz="1400" b="1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Individuals</a:t>
                </a:r>
                <a:endParaRPr lang="en-US" altLang="zh-CN" sz="1400" b="1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304" name="图片 303"/>
              <p:cNvPicPr>
                <a:picLocks noChangeAspect="1"/>
              </p:cNvPicPr>
              <p:nvPr>
                <p:custDataLst>
                  <p:tags r:id="rId219"/>
                </p:custDataLst>
              </p:nvPr>
            </p:nvPicPr>
            <p:blipFill>
              <a:blip r:embed="rId220">
                <a:alphaModFix amt="46000"/>
              </a:blip>
              <a:stretch>
                <a:fillRect/>
              </a:stretch>
            </p:blipFill>
            <p:spPr>
              <a:xfrm>
                <a:off x="18335" y="531"/>
                <a:ext cx="407" cy="475"/>
              </a:xfrm>
              <a:prstGeom prst="rect">
                <a:avLst/>
              </a:prstGeom>
            </p:spPr>
          </p:pic>
          <p:grpSp>
            <p:nvGrpSpPr>
              <p:cNvPr id="312" name="组合 311"/>
              <p:cNvGrpSpPr/>
              <p:nvPr/>
            </p:nvGrpSpPr>
            <p:grpSpPr>
              <a:xfrm>
                <a:off x="15600" y="7581"/>
                <a:ext cx="4537" cy="3159"/>
                <a:chOff x="15474" y="7599"/>
                <a:chExt cx="4537" cy="3159"/>
              </a:xfrm>
            </p:grpSpPr>
            <p:sp>
              <p:nvSpPr>
                <p:cNvPr id="311" name="圆角矩形 310"/>
                <p:cNvSpPr/>
                <p:nvPr>
                  <p:custDataLst>
                    <p:tags r:id="rId221"/>
                  </p:custDataLst>
                </p:nvPr>
              </p:nvSpPr>
              <p:spPr>
                <a:xfrm>
                  <a:off x="15522" y="7599"/>
                  <a:ext cx="4489" cy="3159"/>
                </a:xfrm>
                <a:prstGeom prst="roundRect">
                  <a:avLst>
                    <a:gd name="adj" fmla="val 13051"/>
                  </a:avLst>
                </a:prstGeom>
                <a:solidFill>
                  <a:schemeClr val="accent6">
                    <a:lumMod val="20000"/>
                    <a:lumOff val="80000"/>
                    <a:alpha val="40000"/>
                  </a:schemeClr>
                </a:solidFill>
                <a:ln w="12700" cmpd="sng">
                  <a:solidFill>
                    <a:schemeClr val="accent2">
                      <a:alpha val="5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  <p:pic>
              <p:nvPicPr>
                <p:cNvPr id="305" name="图片 304"/>
                <p:cNvPicPr>
                  <a:picLocks noChangeAspect="1"/>
                </p:cNvPicPr>
                <p:nvPr>
                  <p:custDataLst>
                    <p:tags r:id="rId222"/>
                  </p:custDataLst>
                </p:nvPr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5788" y="8458"/>
                  <a:ext cx="744" cy="744"/>
                </a:xfrm>
                <a:prstGeom prst="rect">
                  <a:avLst/>
                </a:prstGeom>
              </p:spPr>
            </p:pic>
            <p:pic>
              <p:nvPicPr>
                <p:cNvPr id="306" name="图片 305"/>
                <p:cNvPicPr>
                  <a:picLocks noChangeAspect="1"/>
                </p:cNvPicPr>
                <p:nvPr>
                  <p:custDataLst>
                    <p:tags r:id="rId224"/>
                  </p:custDataLst>
                </p:nvPr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811" y="9238"/>
                  <a:ext cx="744" cy="785"/>
                </a:xfrm>
                <a:prstGeom prst="rect">
                  <a:avLst/>
                </a:prstGeom>
              </p:spPr>
            </p:pic>
            <p:sp>
              <p:nvSpPr>
                <p:cNvPr id="307" name="文本框 306"/>
                <p:cNvSpPr txBox="1"/>
                <p:nvPr/>
              </p:nvSpPr>
              <p:spPr>
                <a:xfrm>
                  <a:off x="15474" y="7866"/>
                  <a:ext cx="155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i="1">
                      <a:latin typeface="Times New Roman Regular" panose="02020603050405020304" charset="0"/>
                      <a:cs typeface="Times New Roman Regular" panose="02020603050405020304" charset="0"/>
                    </a:rPr>
                    <a:t>PR-Evolution Simulation</a:t>
                  </a:r>
                  <a:endParaRPr lang="en-US" altLang="zh-CN" sz="1000" i="1">
                    <a:latin typeface="Times New Roman Regular" panose="02020603050405020304" charset="0"/>
                    <a:cs typeface="Times New Roman Regular" panose="02020603050405020304" charset="0"/>
                  </a:endParaRPr>
                </a:p>
              </p:txBody>
            </p:sp>
          </p:grpSp>
          <p:cxnSp>
            <p:nvCxnSpPr>
              <p:cNvPr id="308" name="直接箭头连接符 307"/>
              <p:cNvCxnSpPr/>
              <p:nvPr>
                <p:custDataLst>
                  <p:tags r:id="rId226"/>
                </p:custDataLst>
              </p:nvPr>
            </p:nvCxnSpPr>
            <p:spPr>
              <a:xfrm flipH="1">
                <a:off x="14476" y="7739"/>
                <a:ext cx="987" cy="1062"/>
              </a:xfrm>
              <a:prstGeom prst="straightConnector1">
                <a:avLst/>
              </a:prstGeom>
              <a:ln w="25400" cap="flat" cmpd="sng">
                <a:solidFill>
                  <a:schemeClr val="tx1">
                    <a:alpha val="30000"/>
                  </a:schemeClr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09" name="文本框 308"/>
              <p:cNvSpPr txBox="1"/>
              <p:nvPr>
                <p:custDataLst>
                  <p:tags r:id="rId227"/>
                </p:custDataLst>
              </p:nvPr>
            </p:nvSpPr>
            <p:spPr>
              <a:xfrm rot="18780000">
                <a:off x="14141" y="8468"/>
                <a:ext cx="1719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10" name="文本框 309"/>
              <p:cNvSpPr txBox="1"/>
              <p:nvPr>
                <p:custDataLst>
                  <p:tags r:id="rId228"/>
                </p:custDataLst>
              </p:nvPr>
            </p:nvSpPr>
            <p:spPr>
              <a:xfrm rot="18780000">
                <a:off x="14301" y="8091"/>
                <a:ext cx="1904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000">
                    <a:solidFill>
                      <a:schemeClr val="tx1"/>
                    </a:solidFill>
                    <a:latin typeface="Times New Roman Regular" panose="02020603050405020304" charset="0"/>
                    <a:cs typeface="Times New Roman Regular" panose="02020603050405020304" charset="0"/>
                    <a:sym typeface="+mn-ea"/>
                  </a:rPr>
                  <a:t>×t timestamps</a:t>
                </a:r>
                <a:endParaRPr lang="en-US" altLang="zh-CN" sz="10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  <a:sym typeface="+mn-ea"/>
                </a:endParaRPr>
              </a:p>
            </p:txBody>
          </p:sp>
          <p:sp>
            <p:nvSpPr>
              <p:cNvPr id="313" name="文本框 312"/>
              <p:cNvSpPr txBox="1"/>
              <p:nvPr>
                <p:custDataLst>
                  <p:tags r:id="rId229"/>
                </p:custDataLst>
              </p:nvPr>
            </p:nvSpPr>
            <p:spPr>
              <a:xfrm>
                <a:off x="15832" y="9926"/>
                <a:ext cx="908" cy="4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[ N, t ]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314" name="直接箭头连接符 313"/>
              <p:cNvCxnSpPr/>
              <p:nvPr>
                <p:custDataLst>
                  <p:tags r:id="rId230"/>
                </p:custDataLst>
              </p:nvPr>
            </p:nvCxnSpPr>
            <p:spPr>
              <a:xfrm>
                <a:off x="14998" y="9392"/>
                <a:ext cx="594" cy="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15" name="图片 314"/>
              <p:cNvPicPr>
                <a:picLocks noChangeAspect="1"/>
              </p:cNvPicPr>
              <p:nvPr>
                <p:custDataLst>
                  <p:tags r:id="rId231"/>
                </p:custDataLst>
              </p:nvPr>
            </p:nvPicPr>
            <p:blipFill>
              <a:blip r:embed="rId232"/>
              <a:stretch>
                <a:fillRect/>
              </a:stretch>
            </p:blipFill>
            <p:spPr>
              <a:xfrm>
                <a:off x="17052" y="7824"/>
                <a:ext cx="757" cy="757"/>
              </a:xfrm>
              <a:prstGeom prst="rect">
                <a:avLst/>
              </a:prstGeom>
            </p:spPr>
          </p:pic>
          <p:pic>
            <p:nvPicPr>
              <p:cNvPr id="316" name="图片 315" descr="/Users/suleynan_suir/Library/Containers/com.kingsoft.wpsoffice.mac/Data/tmp/photoeditapp/20260316111715/temp.pngtemp"/>
              <p:cNvPicPr>
                <a:picLocks noChangeAspect="1"/>
              </p:cNvPicPr>
              <p:nvPr>
                <p:custDataLst>
                  <p:tags r:id="rId233"/>
                </p:custDataLst>
              </p:nvPr>
            </p:nvPicPr>
            <p:blipFill>
              <a:blip r:embed="rId234"/>
              <a:stretch>
                <a:fillRect/>
              </a:stretch>
            </p:blipFill>
            <p:spPr>
              <a:xfrm>
                <a:off x="16829" y="9436"/>
                <a:ext cx="1286" cy="858"/>
              </a:xfrm>
              <a:prstGeom prst="rect">
                <a:avLst/>
              </a:prstGeom>
            </p:spPr>
          </p:pic>
          <p:sp>
            <p:nvSpPr>
              <p:cNvPr id="318" name="文本框 317"/>
              <p:cNvSpPr txBox="1"/>
              <p:nvPr/>
            </p:nvSpPr>
            <p:spPr>
              <a:xfrm>
                <a:off x="16849" y="8479"/>
                <a:ext cx="145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Max(self)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19" name="文本框 318"/>
              <p:cNvSpPr txBox="1"/>
              <p:nvPr>
                <p:custDataLst>
                  <p:tags r:id="rId235"/>
                </p:custDataLst>
              </p:nvPr>
            </p:nvSpPr>
            <p:spPr>
              <a:xfrm>
                <a:off x="16851" y="10159"/>
                <a:ext cx="145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Max(</a:t>
                </a:r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team)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20" name="文本框 319"/>
              <p:cNvSpPr txBox="1"/>
              <p:nvPr>
                <p:custDataLst>
                  <p:tags r:id="rId236"/>
                </p:custDataLst>
              </p:nvPr>
            </p:nvSpPr>
            <p:spPr>
              <a:xfrm>
                <a:off x="13257" y="8839"/>
                <a:ext cx="958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solidFill>
                      <a:srgbClr val="0467FF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Affect</a:t>
                </a:r>
                <a:endParaRPr lang="en-US" altLang="zh-CN" sz="1200">
                  <a:solidFill>
                    <a:srgbClr val="0467FF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22" name="文本框 321"/>
              <p:cNvSpPr txBox="1"/>
              <p:nvPr>
                <p:custDataLst>
                  <p:tags r:id="rId237"/>
                </p:custDataLst>
              </p:nvPr>
            </p:nvSpPr>
            <p:spPr>
              <a:xfrm>
                <a:off x="12057" y="8839"/>
                <a:ext cx="887" cy="5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200">
                    <a:solidFill>
                      <a:srgbClr val="00B050"/>
                    </a:solidFill>
                    <a:latin typeface="Times New Roman Regular" panose="02020603050405020304" charset="0"/>
                    <a:cs typeface="Times New Roman Regular" panose="02020603050405020304" charset="0"/>
                  </a:rPr>
                  <a:t>Feed</a:t>
                </a:r>
                <a:endParaRPr lang="en-US" altLang="zh-CN" sz="1200">
                  <a:solidFill>
                    <a:srgbClr val="00B050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cxnSp>
            <p:nvCxnSpPr>
              <p:cNvPr id="323" name="直接箭头连接符 322"/>
              <p:cNvCxnSpPr/>
              <p:nvPr>
                <p:custDataLst>
                  <p:tags r:id="rId238"/>
                </p:custDataLst>
              </p:nvPr>
            </p:nvCxnSpPr>
            <p:spPr>
              <a:xfrm>
                <a:off x="17929" y="8877"/>
                <a:ext cx="0" cy="533"/>
              </a:xfrm>
              <a:prstGeom prst="straightConnector1">
                <a:avLst/>
              </a:prstGeom>
              <a:ln w="25400" cap="flat" cmpd="sng">
                <a:solidFill>
                  <a:srgbClr val="00B050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4" name="直接箭头连接符 323"/>
              <p:cNvCxnSpPr/>
              <p:nvPr>
                <p:custDataLst>
                  <p:tags r:id="rId239"/>
                </p:custDataLst>
              </p:nvPr>
            </p:nvCxnSpPr>
            <p:spPr>
              <a:xfrm>
                <a:off x="17768" y="8875"/>
                <a:ext cx="0" cy="533"/>
              </a:xfrm>
              <a:prstGeom prst="straightConnector1">
                <a:avLst/>
              </a:prstGeom>
              <a:ln w="25400" cap="flat" cmpd="sng">
                <a:solidFill>
                  <a:srgbClr val="FF000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25" name="文本框 324"/>
              <p:cNvSpPr txBox="1"/>
              <p:nvPr>
                <p:custDataLst>
                  <p:tags r:id="rId240"/>
                </p:custDataLst>
              </p:nvPr>
            </p:nvSpPr>
            <p:spPr>
              <a:xfrm>
                <a:off x="16817" y="8980"/>
                <a:ext cx="117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 i="1">
                    <a:latin typeface="Times New Roman Regular" panose="02020603050405020304" charset="0"/>
                    <a:cs typeface="Times New Roman Regular" panose="02020603050405020304" charset="0"/>
                  </a:rPr>
                  <a:t>Mixture</a:t>
                </a:r>
                <a:endParaRPr lang="en-US" altLang="zh-CN" sz="1000" i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328" name="图片 327"/>
              <p:cNvPicPr>
                <a:picLocks noChangeAspect="1"/>
              </p:cNvPicPr>
              <p:nvPr>
                <p:custDataLst>
                  <p:tags r:id="rId241"/>
                </p:custDataLst>
              </p:nvPr>
            </p:nvPicPr>
            <p:blipFill>
              <a:blip r:embed="rId242"/>
              <a:stretch>
                <a:fillRect/>
              </a:stretch>
            </p:blipFill>
            <p:spPr>
              <a:xfrm>
                <a:off x="18231" y="8740"/>
                <a:ext cx="629" cy="629"/>
              </a:xfrm>
              <a:prstGeom prst="rect">
                <a:avLst/>
              </a:prstGeom>
            </p:spPr>
          </p:pic>
          <p:sp>
            <p:nvSpPr>
              <p:cNvPr id="329" name="右大括号 328"/>
              <p:cNvSpPr/>
              <p:nvPr/>
            </p:nvSpPr>
            <p:spPr>
              <a:xfrm>
                <a:off x="18059" y="7921"/>
                <a:ext cx="214" cy="2265"/>
              </a:xfrm>
              <a:prstGeom prst="rightBrace">
                <a:avLst>
                  <a:gd name="adj1" fmla="val 0"/>
                  <a:gd name="adj2" fmla="val 50000"/>
                </a:avLst>
              </a:prstGeom>
              <a:ln>
                <a:solidFill>
                  <a:srgbClr val="32323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30" name="文本框 329"/>
              <p:cNvSpPr txBox="1"/>
              <p:nvPr>
                <p:custDataLst>
                  <p:tags r:id="rId243"/>
                </p:custDataLst>
              </p:nvPr>
            </p:nvSpPr>
            <p:spPr>
              <a:xfrm rot="5400000">
                <a:off x="17873" y="8086"/>
                <a:ext cx="1412" cy="37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Convergence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31" name="文本框 330"/>
              <p:cNvSpPr txBox="1"/>
              <p:nvPr>
                <p:custDataLst>
                  <p:tags r:id="rId244"/>
                </p:custDataLst>
              </p:nvPr>
            </p:nvSpPr>
            <p:spPr>
              <a:xfrm rot="5400000">
                <a:off x="17959" y="9813"/>
                <a:ext cx="1232" cy="3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l"/>
                <a:r>
                  <a:rPr lang="en-US" altLang="zh-CN" sz="1000">
                    <a:latin typeface="Times New Roman Regular" panose="02020603050405020304" charset="0"/>
                    <a:cs typeface="Times New Roman Regular" panose="02020603050405020304" charset="0"/>
                  </a:rPr>
                  <a:t>All in ONE</a:t>
                </a:r>
                <a:endParaRPr lang="en-US" altLang="zh-CN" sz="10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261" name="图片 260" descr="/Users/suleynan_suir/Library/Containers/com.kingsoft.wpsoffice.mac/Data/tmp/photoeditapp/20260316102151/temp.pngtemp"/>
              <p:cNvPicPr>
                <a:picLocks noChangeAspect="1"/>
              </p:cNvPicPr>
              <p:nvPr>
                <p:custDataLst>
                  <p:tags r:id="rId245"/>
                </p:custDataLst>
              </p:nvPr>
            </p:nvPicPr>
            <p:blipFill>
              <a:blip r:embed="rId246"/>
              <a:stretch>
                <a:fillRect/>
              </a:stretch>
            </p:blipFill>
            <p:spPr>
              <a:xfrm>
                <a:off x="19363" y="7896"/>
                <a:ext cx="506" cy="509"/>
              </a:xfrm>
              <a:prstGeom prst="rect">
                <a:avLst/>
              </a:prstGeom>
            </p:spPr>
          </p:pic>
          <p:cxnSp>
            <p:nvCxnSpPr>
              <p:cNvPr id="332" name="直接箭头连接符 331"/>
              <p:cNvCxnSpPr>
                <a:stCxn id="336" idx="2"/>
              </p:cNvCxnSpPr>
              <p:nvPr>
                <p:custDataLst>
                  <p:tags r:id="rId247"/>
                </p:custDataLst>
              </p:nvPr>
            </p:nvCxnSpPr>
            <p:spPr>
              <a:xfrm>
                <a:off x="19453" y="8908"/>
                <a:ext cx="0" cy="508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33" name="组合 332"/>
              <p:cNvGrpSpPr/>
              <p:nvPr/>
            </p:nvGrpSpPr>
            <p:grpSpPr>
              <a:xfrm>
                <a:off x="18966" y="7516"/>
                <a:ext cx="744" cy="724"/>
                <a:chOff x="8538" y="1993"/>
                <a:chExt cx="1170" cy="1220"/>
              </a:xfrm>
            </p:grpSpPr>
            <p:pic>
              <p:nvPicPr>
                <p:cNvPr id="334" name="图片 333" descr="/Users/suleynan_suir/Library/Containers/com.kingsoft.wpsoffice.mac/Data/tmp/photoeditapp/20260315235532/temp.pngtemp"/>
                <p:cNvPicPr>
                  <a:picLocks noChangeAspect="1"/>
                </p:cNvPicPr>
                <p:nvPr>
                  <p:custDataLst>
                    <p:tags r:id="rId248"/>
                  </p:custDataLst>
                </p:nvPr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38" y="1993"/>
                  <a:ext cx="1170" cy="1220"/>
                </a:xfrm>
                <a:prstGeom prst="rect">
                  <a:avLst/>
                </a:prstGeom>
              </p:spPr>
            </p:pic>
            <p:pic>
              <p:nvPicPr>
                <p:cNvPr id="335" name="图片 334"/>
                <p:cNvPicPr>
                  <a:picLocks noChangeAspect="1"/>
                </p:cNvPicPr>
                <p:nvPr>
                  <p:custDataLst>
                    <p:tags r:id="rId249"/>
                  </p:custDataLst>
                </p:nvPr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8" y="2458"/>
                  <a:ext cx="670" cy="670"/>
                </a:xfrm>
                <a:prstGeom prst="rect">
                  <a:avLst/>
                </a:prstGeom>
              </p:spPr>
            </p:pic>
          </p:grpSp>
          <p:sp>
            <p:nvSpPr>
              <p:cNvPr id="336" name="文本框 335"/>
              <p:cNvSpPr txBox="1"/>
              <p:nvPr>
                <p:custDataLst>
                  <p:tags r:id="rId250"/>
                </p:custDataLst>
              </p:nvPr>
            </p:nvSpPr>
            <p:spPr>
              <a:xfrm>
                <a:off x="18538" y="8315"/>
                <a:ext cx="1829" cy="5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Boss Agent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 &amp; LLMs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pic>
            <p:nvPicPr>
              <p:cNvPr id="337" name="图片 336"/>
              <p:cNvPicPr>
                <a:picLocks noChangeAspect="1"/>
              </p:cNvPicPr>
              <p:nvPr>
                <p:custDataLst>
                  <p:tags r:id="rId251"/>
                </p:custDataLst>
              </p:nvPr>
            </p:nvPicPr>
            <p:blipFill>
              <a:blip r:embed="rId252"/>
              <a:stretch>
                <a:fillRect/>
              </a:stretch>
            </p:blipFill>
            <p:spPr>
              <a:xfrm>
                <a:off x="19152" y="9450"/>
                <a:ext cx="771" cy="771"/>
              </a:xfrm>
              <a:prstGeom prst="rect">
                <a:avLst/>
              </a:prstGeom>
            </p:spPr>
          </p:pic>
          <p:sp>
            <p:nvSpPr>
              <p:cNvPr id="338" name="文本框 337"/>
              <p:cNvSpPr txBox="1"/>
              <p:nvPr>
                <p:custDataLst>
                  <p:tags r:id="rId253"/>
                </p:custDataLst>
              </p:nvPr>
            </p:nvSpPr>
            <p:spPr>
              <a:xfrm>
                <a:off x="18670" y="10106"/>
                <a:ext cx="1607" cy="5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Deep 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 Regular" panose="02020603050405020304" charset="0"/>
                    <a:cs typeface="Times New Roman Regular" panose="02020603050405020304" charset="0"/>
                  </a:rPr>
                  <a:t>Analysis</a:t>
                </a:r>
                <a:endParaRPr lang="en-US" altLang="zh-CN" sz="1000" b="1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39" name="文本框 338"/>
              <p:cNvSpPr txBox="1"/>
              <p:nvPr>
                <p:custDataLst>
                  <p:tags r:id="rId254"/>
                </p:custDataLst>
              </p:nvPr>
            </p:nvSpPr>
            <p:spPr>
              <a:xfrm>
                <a:off x="8928" y="355"/>
                <a:ext cx="2377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Agents</a:t>
                </a:r>
                <a:endParaRPr lang="en-US" altLang="zh-CN" sz="16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 sz="1600" b="1">
                    <a:latin typeface="Times New Roman" panose="02020603050405020304" charset="0"/>
                    <a:cs typeface="Times New Roman" panose="02020603050405020304" charset="0"/>
                  </a:rPr>
                  <a:t>olliboration</a:t>
                </a:r>
                <a:endParaRPr lang="zh-CN" altLang="en-US" sz="16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344" name="组合 343"/>
              <p:cNvGrpSpPr/>
              <p:nvPr/>
            </p:nvGrpSpPr>
            <p:grpSpPr>
              <a:xfrm>
                <a:off x="4455" y="5678"/>
                <a:ext cx="2228" cy="592"/>
                <a:chOff x="5012" y="11313"/>
                <a:chExt cx="2228" cy="592"/>
              </a:xfrm>
            </p:grpSpPr>
            <p:pic>
              <p:nvPicPr>
                <p:cNvPr id="340" name="图片 339" descr="/Users/suleynan_suir/Library/Containers/com.kingsoft.wpsoffice.mac/Data/tmp/photoeditapp/20260316131559/temp.pngtemp"/>
                <p:cNvPicPr>
                  <a:picLocks noChangeAspect="1"/>
                </p:cNvPicPr>
                <p:nvPr>
                  <p:custDataLst>
                    <p:tags r:id="rId255"/>
                  </p:custDataLst>
                </p:nvPr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670" y="11314"/>
                  <a:ext cx="571" cy="571"/>
                </a:xfrm>
                <a:prstGeom prst="rect">
                  <a:avLst/>
                </a:prstGeom>
              </p:spPr>
            </p:pic>
            <p:pic>
              <p:nvPicPr>
                <p:cNvPr id="341" name="图片 340" descr="/Users/suleynan_suir/Library/Containers/com.kingsoft.wpsoffice.mac/Data/tmp/photoeditapp/20260316131634/temp.pngtemp"/>
                <p:cNvPicPr>
                  <a:picLocks noChangeAspect="1"/>
                </p:cNvPicPr>
                <p:nvPr>
                  <p:custDataLst>
                    <p:tags r:id="rId257"/>
                  </p:custDataLst>
                </p:nvPr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012" y="11313"/>
                  <a:ext cx="509" cy="509"/>
                </a:xfrm>
                <a:prstGeom prst="rect">
                  <a:avLst/>
                </a:prstGeom>
              </p:spPr>
            </p:pic>
            <p:pic>
              <p:nvPicPr>
                <p:cNvPr id="342" name="图片 341"/>
                <p:cNvPicPr>
                  <a:picLocks noChangeAspect="1"/>
                </p:cNvPicPr>
                <p:nvPr>
                  <p:custDataLst>
                    <p:tags r:id="rId259"/>
                  </p:custDataLst>
                </p:nvPr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62" y="11346"/>
                  <a:ext cx="518" cy="518"/>
                </a:xfrm>
                <a:prstGeom prst="rect">
                  <a:avLst/>
                </a:prstGeom>
              </p:spPr>
            </p:pic>
            <p:pic>
              <p:nvPicPr>
                <p:cNvPr id="343" name="图片 342" descr="/Users/suleynan_suir/Library/Containers/com.kingsoft.wpsoffice.mac/Data/tmp/photoeditapp/20260316131840/temp.pngtemp"/>
                <p:cNvPicPr>
                  <a:picLocks noChangeAspect="1"/>
                </p:cNvPicPr>
                <p:nvPr>
                  <p:custDataLst>
                    <p:tags r:id="rId261"/>
                  </p:custDataLst>
                </p:nvPr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119" y="11313"/>
                  <a:ext cx="592" cy="592"/>
                </a:xfrm>
                <a:prstGeom prst="rect">
                  <a:avLst/>
                </a:prstGeom>
              </p:spPr>
            </p:pic>
          </p:grpSp>
          <p:pic>
            <p:nvPicPr>
              <p:cNvPr id="345" name="图片 344"/>
              <p:cNvPicPr>
                <a:picLocks noChangeAspect="1"/>
              </p:cNvPicPr>
              <p:nvPr>
                <p:custDataLst>
                  <p:tags r:id="rId263"/>
                </p:custDataLst>
              </p:nvPr>
            </p:nvPicPr>
            <p:blipFill>
              <a:blip r:embed="rId264"/>
              <a:stretch>
                <a:fillRect/>
              </a:stretch>
            </p:blipFill>
            <p:spPr>
              <a:xfrm>
                <a:off x="487" y="3832"/>
                <a:ext cx="942" cy="942"/>
              </a:xfrm>
              <a:prstGeom prst="rect">
                <a:avLst/>
              </a:prstGeom>
            </p:spPr>
          </p:pic>
          <p:sp>
            <p:nvSpPr>
              <p:cNvPr id="346" name="文本框 345"/>
              <p:cNvSpPr txBox="1"/>
              <p:nvPr>
                <p:custDataLst>
                  <p:tags r:id="rId265"/>
                </p:custDataLst>
              </p:nvPr>
            </p:nvSpPr>
            <p:spPr>
              <a:xfrm>
                <a:off x="185" y="4642"/>
                <a:ext cx="1545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 Regular" panose="02020603050405020304" charset="0"/>
                    <a:cs typeface="Times New Roman Regular" panose="02020603050405020304" charset="0"/>
                  </a:rPr>
                  <a:t>Expert Verification</a:t>
                </a:r>
                <a:endParaRPr lang="en-US" altLang="zh-CN" sz="1200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347" name="云形标注 346"/>
              <p:cNvSpPr/>
              <p:nvPr>
                <p:custDataLst>
                  <p:tags r:id="rId266"/>
                </p:custDataLst>
              </p:nvPr>
            </p:nvSpPr>
            <p:spPr>
              <a:xfrm>
                <a:off x="11852" y="1442"/>
                <a:ext cx="2023" cy="771"/>
              </a:xfrm>
              <a:prstGeom prst="cloudCallout">
                <a:avLst>
                  <a:gd name="adj1" fmla="val -14260"/>
                  <a:gd name="adj2" fmla="val 68417"/>
                </a:avLst>
              </a:prstGeom>
              <a:solidFill>
                <a:schemeClr val="accent6">
                  <a:lumMod val="20000"/>
                  <a:lumOff val="80000"/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8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11952" y="1456"/>
                <a:ext cx="178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>
                    <a:latin typeface="Times New Roman Regular" panose="02020603050405020304" charset="0"/>
                    <a:cs typeface="Times New Roman Regular" panose="02020603050405020304" charset="0"/>
                    <a:sym typeface="+mn-ea"/>
                  </a:rPr>
                  <a:t>Predicting impact of Tpor's destroyed account event ?</a:t>
                </a:r>
                <a:endParaRPr lang="en-US" altLang="zh-CN" sz="80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  <a:sym typeface="+mn-ea"/>
                </a:endParaRPr>
              </a:p>
            </p:txBody>
          </p:sp>
          <p:sp>
            <p:nvSpPr>
              <p:cNvPr id="349" name="文本框 348"/>
              <p:cNvSpPr txBox="1"/>
              <p:nvPr>
                <p:custDataLst>
                  <p:tags r:id="rId267"/>
                </p:custDataLst>
              </p:nvPr>
            </p:nvSpPr>
            <p:spPr>
              <a:xfrm>
                <a:off x="13241" y="5428"/>
                <a:ext cx="145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 Regular" panose="02020603050405020304" charset="0"/>
                    <a:cs typeface="Times New Roman Regular" panose="02020603050405020304" charset="0"/>
                  </a:rPr>
                  <a:t>Canyon</a:t>
                </a:r>
                <a:endParaRPr lang="en-US" altLang="zh-CN">
                  <a:latin typeface="Times New Roman Regular" panose="02020603050405020304" charset="0"/>
                  <a:cs typeface="Times New Roman Regular" panose="02020603050405020304" charset="0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8502" y="2799"/>
              <a:ext cx="281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 Regular" panose="02020603050405020304" charset="0"/>
                  <a:cs typeface="Times New Roman Regular" panose="02020603050405020304" charset="0"/>
                </a:rPr>
                <a:t>Models</a:t>
              </a:r>
              <a:endParaRPr lang="en-US" altLang="zh-CN" sz="1000" b="1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67" y="5603"/>
              <a:ext cx="256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800">
                  <a:latin typeface="Times New Roman Regular" panose="02020603050405020304" charset="0"/>
                  <a:cs typeface="Times New Roman Regular" panose="02020603050405020304" charset="0"/>
                </a:rPr>
                <a:t>Predicting impact of Tpor's destroyed account and effects on stream industry ?</a:t>
              </a:r>
              <a:endParaRPr lang="en-US" altLang="zh-CN" sz="80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图片 17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02060" y="993818"/>
            <a:ext cx="7037372" cy="52554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WPS 演示</Application>
  <PresentationFormat>宽屏</PresentationFormat>
  <Paragraphs>349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DejaVu Math TeX Gyre</vt:lpstr>
      <vt:lpstr>宋体</vt:lpstr>
      <vt:lpstr>Times New Roman Bold Italic</vt:lpstr>
      <vt:lpstr>Comic Sans MS Regular</vt:lpstr>
      <vt:lpstr>Times New Roman Bold</vt:lpstr>
      <vt:lpstr>Times New Roman Italic</vt:lpstr>
      <vt:lpstr>Times New Roman Regular</vt:lpstr>
      <vt:lpstr>汉仪书宋二KW</vt:lpstr>
      <vt:lpstr>Times New Roman</vt:lpstr>
      <vt:lpstr>Calibri</vt:lpstr>
      <vt:lpstr>Helvetica Neue</vt:lpstr>
      <vt:lpstr>微软雅黑</vt:lpstr>
      <vt:lpstr>汉仪旗黑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忒夙.</cp:lastModifiedBy>
  <cp:revision>653</cp:revision>
  <dcterms:created xsi:type="dcterms:W3CDTF">2026-04-21T08:02:04Z</dcterms:created>
  <dcterms:modified xsi:type="dcterms:W3CDTF">2026-04-21T08:02:04Z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EBD0834E6683D19ADF2EE769566EB535_43</vt:lpwstr>
  </property>
</Properties>
</file>